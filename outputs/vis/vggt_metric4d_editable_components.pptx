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4160520"/>
  <p:notesSz cx="416052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mponent_left_body" descr="Editable component: left_bo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8912"/>
            <a:ext cx="2926080" cy="3721608"/>
          </a:xfrm>
          <a:prstGeom prst="rect">
            <a:avLst/>
          </a:prstGeom>
        </p:spPr>
      </p:pic>
      <p:pic>
        <p:nvPicPr>
          <p:cNvPr id="3" name="component_stage01_upper" descr="Editable component: stage01_up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66928"/>
            <a:ext cx="4663440" cy="1719072"/>
          </a:xfrm>
          <a:prstGeom prst="rect">
            <a:avLst/>
          </a:prstGeom>
        </p:spPr>
      </p:pic>
      <p:pic>
        <p:nvPicPr>
          <p:cNvPr id="4" name="component_stage01_lower" descr="Editable component: stage01_low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286000"/>
            <a:ext cx="4663440" cy="1874520"/>
          </a:xfrm>
          <a:prstGeom prst="rect">
            <a:avLst/>
          </a:prstGeom>
        </p:spPr>
      </p:pic>
      <p:pic>
        <p:nvPicPr>
          <p:cNvPr id="5" name="component_stage02_upper" descr="Editable component: stage02_upp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566928"/>
            <a:ext cx="4480560" cy="1719072"/>
          </a:xfrm>
          <a:prstGeom prst="rect">
            <a:avLst/>
          </a:prstGeom>
        </p:spPr>
      </p:pic>
      <p:pic>
        <p:nvPicPr>
          <p:cNvPr id="6" name="component_stage02_lower" descr="Editable component: stage02_low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286000"/>
            <a:ext cx="4480560" cy="1874520"/>
          </a:xfrm>
          <a:prstGeom prst="rect">
            <a:avLst/>
          </a:prstGeom>
        </p:spPr>
      </p:pic>
      <p:pic>
        <p:nvPicPr>
          <p:cNvPr id="7" name="component_right_body" descr="Editable component: right_bod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0" y="566928"/>
            <a:ext cx="2560320" cy="3593592"/>
          </a:xfrm>
          <a:prstGeom prst="rect">
            <a:avLst/>
          </a:prstGeom>
        </p:spPr>
      </p:pic>
      <p:sp>
        <p:nvSpPr>
          <p:cNvPr id="8" name="editable_title_left"/>
          <p:cNvSpPr/>
          <p:nvPr/>
        </p:nvSpPr>
        <p:spPr>
          <a:xfrm>
            <a:off x="73152" y="54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and geometric priors</a:t>
            </a:r>
            <a:endParaRPr lang="en-US" sz="1550" dirty="0"/>
          </a:p>
        </p:txBody>
      </p:sp>
      <p:sp>
        <p:nvSpPr>
          <p:cNvPr id="9" name="editable_title_stage01"/>
          <p:cNvSpPr/>
          <p:nvPr/>
        </p:nvSpPr>
        <p:spPr>
          <a:xfrm>
            <a:off x="3054096" y="548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Temporal Scale Calibration</a:t>
            </a:r>
            <a:endParaRPr lang="en-US" sz="1550" dirty="0"/>
          </a:p>
        </p:txBody>
      </p:sp>
      <p:sp>
        <p:nvSpPr>
          <p:cNvPr id="10" name="editable_title_stage02"/>
          <p:cNvSpPr/>
          <p:nvPr/>
        </p:nvSpPr>
        <p:spPr>
          <a:xfrm>
            <a:off x="7717536" y="54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Implicit Contact Refinement</a:t>
            </a:r>
            <a:endParaRPr lang="en-US" sz="1550" dirty="0"/>
          </a:p>
        </p:txBody>
      </p:sp>
      <p:sp>
        <p:nvSpPr>
          <p:cNvPr id="11" name="editable_title_right"/>
          <p:cNvSpPr/>
          <p:nvPr/>
        </p:nvSpPr>
        <p:spPr>
          <a:xfrm>
            <a:off x="12198096" y="548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4D reconstruction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erence_full_figure" descr="Original VGGT overview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and geometric priors — editable components</dc:title>
  <dc:subject>Editable VGGT / vggt-human overview components</dc:subject>
  <dc:creator>Codex</dc:creator>
  <cp:lastModifiedBy>Codex</cp:lastModifiedBy>
  <cp:revision>1</cp:revision>
  <dcterms:created xsi:type="dcterms:W3CDTF">2026-09-22T20:21:39Z</dcterms:created>
  <dcterms:modified xsi:type="dcterms:W3CDTF">2026-09-22T20:21:39Z</dcterms:modified>
</cp:coreProperties>
</file>