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4114800"/>
  <p:notesSz cx="4114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13716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and geometric priors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" y="621792"/>
            <a:ext cx="530352" cy="530352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640080"/>
            <a:ext cx="493776" cy="222748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" y="855147"/>
            <a:ext cx="493776" cy="286390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7060" y="696041"/>
            <a:ext cx="66188" cy="66188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102" y="762229"/>
            <a:ext cx="124102" cy="153060"/>
          </a:xfrm>
          <a:prstGeom prst="roundRect">
            <a:avLst>
              <a:gd name="adj" fmla="val 1473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239" y="807733"/>
            <a:ext cx="-74461" cy="66188"/>
          </a:xfrm>
          <a:prstGeom prst="line">
            <a:avLst/>
          </a:prstGeom>
          <a:noFill/>
          <a:ln w="804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8068" y="807733"/>
            <a:ext cx="74461" cy="66188"/>
          </a:xfrm>
          <a:prstGeom prst="line">
            <a:avLst/>
          </a:prstGeom>
          <a:noFill/>
          <a:ln w="804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77060" y="911152"/>
            <a:ext cx="-45504" cy="124102"/>
          </a:xfrm>
          <a:prstGeom prst="line">
            <a:avLst/>
          </a:prstGeom>
          <a:noFill/>
          <a:ln w="9193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3247" y="911152"/>
            <a:ext cx="45504" cy="124102"/>
          </a:xfrm>
          <a:prstGeom prst="line">
            <a:avLst/>
          </a:prstGeom>
          <a:noFill/>
          <a:ln w="9193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4864" y="117957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- 1</a:t>
            </a:r>
            <a:endParaRPr lang="en-US" sz="510" dirty="0"/>
          </a:p>
        </p:txBody>
      </p:sp>
      <p:sp>
        <p:nvSpPr>
          <p:cNvPr id="13" name="Shape 11"/>
          <p:cNvSpPr/>
          <p:nvPr/>
        </p:nvSpPr>
        <p:spPr>
          <a:xfrm>
            <a:off x="45720" y="1298448"/>
            <a:ext cx="530352" cy="530352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" y="1316736"/>
            <a:ext cx="493776" cy="222748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" y="1531803"/>
            <a:ext cx="493776" cy="286390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7060" y="1372697"/>
            <a:ext cx="66188" cy="66188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8102" y="1438885"/>
            <a:ext cx="124102" cy="153060"/>
          </a:xfrm>
          <a:prstGeom prst="roundRect">
            <a:avLst>
              <a:gd name="adj" fmla="val 1473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239" y="1484389"/>
            <a:ext cx="-74461" cy="66188"/>
          </a:xfrm>
          <a:prstGeom prst="line">
            <a:avLst/>
          </a:prstGeom>
          <a:noFill/>
          <a:ln w="804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68068" y="1484389"/>
            <a:ext cx="74461" cy="66188"/>
          </a:xfrm>
          <a:prstGeom prst="line">
            <a:avLst/>
          </a:prstGeom>
          <a:noFill/>
          <a:ln w="804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77060" y="1587808"/>
            <a:ext cx="-45504" cy="124102"/>
          </a:xfrm>
          <a:prstGeom prst="line">
            <a:avLst/>
          </a:prstGeom>
          <a:noFill/>
          <a:ln w="9193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43247" y="1587808"/>
            <a:ext cx="45504" cy="124102"/>
          </a:xfrm>
          <a:prstGeom prst="line">
            <a:avLst/>
          </a:prstGeom>
          <a:noFill/>
          <a:ln w="9193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4864" y="1856232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510" dirty="0"/>
          </a:p>
        </p:txBody>
      </p:sp>
      <p:sp>
        <p:nvSpPr>
          <p:cNvPr id="23" name="Shape 21"/>
          <p:cNvSpPr/>
          <p:nvPr/>
        </p:nvSpPr>
        <p:spPr>
          <a:xfrm>
            <a:off x="45720" y="1975104"/>
            <a:ext cx="530352" cy="530352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" y="1993392"/>
            <a:ext cx="493776" cy="222748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" y="2208459"/>
            <a:ext cx="493776" cy="286390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7060" y="2049353"/>
            <a:ext cx="66188" cy="66188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102" y="2115541"/>
            <a:ext cx="124102" cy="153060"/>
          </a:xfrm>
          <a:prstGeom prst="roundRect">
            <a:avLst>
              <a:gd name="adj" fmla="val 1473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239" y="2161045"/>
            <a:ext cx="-74461" cy="66188"/>
          </a:xfrm>
          <a:prstGeom prst="line">
            <a:avLst/>
          </a:prstGeom>
          <a:noFill/>
          <a:ln w="804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68068" y="2161045"/>
            <a:ext cx="74461" cy="66188"/>
          </a:xfrm>
          <a:prstGeom prst="line">
            <a:avLst/>
          </a:prstGeom>
          <a:noFill/>
          <a:ln w="804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77060" y="2264464"/>
            <a:ext cx="-45504" cy="124102"/>
          </a:xfrm>
          <a:prstGeom prst="line">
            <a:avLst/>
          </a:prstGeom>
          <a:noFill/>
          <a:ln w="9193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43247" y="2264464"/>
            <a:ext cx="45504" cy="124102"/>
          </a:xfrm>
          <a:prstGeom prst="line">
            <a:avLst/>
          </a:prstGeom>
          <a:noFill/>
          <a:ln w="9193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54864" y="253288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+ 1</a:t>
            </a:r>
            <a:endParaRPr lang="en-US" sz="510" dirty="0"/>
          </a:p>
        </p:txBody>
      </p:sp>
      <p:sp>
        <p:nvSpPr>
          <p:cNvPr id="33" name="Text 31"/>
          <p:cNvSpPr/>
          <p:nvPr/>
        </p:nvSpPr>
        <p:spPr>
          <a:xfrm>
            <a:off x="228600" y="2679192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" y="649224"/>
            <a:ext cx="178308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7589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encoder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941832" y="1033272"/>
            <a:ext cx="155448" cy="201168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1051560"/>
            <a:ext cx="118872" cy="84491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1121786"/>
            <a:ext cx="118872" cy="108631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9638" y="1061436"/>
            <a:ext cx="19400" cy="19400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1151" y="1080835"/>
            <a:ext cx="36375" cy="44862"/>
          </a:xfrm>
          <a:prstGeom prst="roundRect">
            <a:avLst>
              <a:gd name="adj" fmla="val 5027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363" y="1094173"/>
            <a:ext cx="-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36313" y="1094173"/>
            <a:ext cx="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009638" y="1124485"/>
            <a:ext cx="-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29038" y="1124485"/>
            <a:ext cx="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143000" y="1033272"/>
            <a:ext cx="155448" cy="201168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61288" y="1051560"/>
            <a:ext cx="118872" cy="84491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1288" y="1121786"/>
            <a:ext cx="118872" cy="108631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10806" y="1061436"/>
            <a:ext cx="19400" cy="19400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02319" y="1080835"/>
            <a:ext cx="36375" cy="44862"/>
          </a:xfrm>
          <a:prstGeom prst="roundRect">
            <a:avLst>
              <a:gd name="adj" fmla="val 5027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03531" y="1094173"/>
            <a:ext cx="-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237481" y="1094173"/>
            <a:ext cx="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210806" y="1124485"/>
            <a:ext cx="-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230206" y="1124485"/>
            <a:ext cx="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344168" y="1033272"/>
            <a:ext cx="155448" cy="201168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62456" y="1051560"/>
            <a:ext cx="118872" cy="84491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62456" y="1121786"/>
            <a:ext cx="118872" cy="108631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11974" y="1061436"/>
            <a:ext cx="19400" cy="19400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03487" y="1080835"/>
            <a:ext cx="36375" cy="44862"/>
          </a:xfrm>
          <a:prstGeom prst="roundRect">
            <a:avLst>
              <a:gd name="adj" fmla="val 5027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04699" y="1094173"/>
            <a:ext cx="-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1438649" y="1094173"/>
            <a:ext cx="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1411974" y="1124485"/>
            <a:ext cx="-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431374" y="1124485"/>
            <a:ext cx="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1545336" y="1033272"/>
            <a:ext cx="155448" cy="201168"/>
          </a:xfrm>
          <a:prstGeom prst="rect">
            <a:avLst/>
          </a:prstGeom>
          <a:solidFill>
            <a:srgbClr val="F3F5F4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63624" y="1051560"/>
            <a:ext cx="118872" cy="84491"/>
          </a:xfrm>
          <a:prstGeom prst="rect">
            <a:avLst/>
          </a:prstGeom>
          <a:solidFill>
            <a:srgbClr val="D9D3CB"/>
          </a:solidFill>
          <a:ln w="12700">
            <a:solidFill>
              <a:srgbClr val="D9D3CB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63624" y="1121786"/>
            <a:ext cx="118872" cy="108631"/>
          </a:xfrm>
          <a:prstGeom prst="rect">
            <a:avLst/>
          </a:prstGeom>
          <a:solidFill>
            <a:srgbClr val="B4BEC2"/>
          </a:solidFill>
          <a:ln w="12700">
            <a:solidFill>
              <a:srgbClr val="B4BEC2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13142" y="1061436"/>
            <a:ext cx="19400" cy="19400"/>
          </a:xfrm>
          <a:prstGeom prst="ellipse">
            <a:avLst/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4655" y="1080835"/>
            <a:ext cx="36375" cy="44862"/>
          </a:xfrm>
          <a:prstGeom prst="roundRect">
            <a:avLst>
              <a:gd name="adj" fmla="val 50276"/>
            </a:avLst>
          </a:prstGeom>
          <a:solidFill>
            <a:srgbClr val="3C4855"/>
          </a:solidFill>
          <a:ln w="3810">
            <a:solidFill>
              <a:srgbClr val="3C48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05867" y="1094173"/>
            <a:ext cx="-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639817" y="1094173"/>
            <a:ext cx="21825" cy="19400"/>
          </a:xfrm>
          <a:prstGeom prst="line">
            <a:avLst/>
          </a:prstGeom>
          <a:noFill/>
          <a:ln w="2358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613142" y="1124485"/>
            <a:ext cx="-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1632542" y="1124485"/>
            <a:ext cx="13337" cy="36375"/>
          </a:xfrm>
          <a:prstGeom prst="line">
            <a:avLst/>
          </a:prstGeom>
          <a:noFill/>
          <a:ln w="2694">
            <a:solidFill>
              <a:srgbClr val="3C4855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1755648" y="1033272"/>
            <a:ext cx="310896" cy="228600"/>
          </a:xfrm>
          <a:prstGeom prst="rect">
            <a:avLst/>
          </a:prstGeom>
          <a:solidFill>
            <a:srgbClr val="F7FC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92224" y="1069848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15998" y="1069848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39773" y="1069848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63547" y="1069848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87322" y="1069848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11096" y="1069848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34870" y="1069848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58645" y="1069848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82419" y="1069848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06194" y="1069848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92224" y="1100938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15998" y="1100938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39773" y="1100938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63547" y="1100938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87322" y="1100938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911096" y="1100938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934870" y="1100938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58645" y="1100938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82419" y="1100938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006194" y="1100938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92224" y="1132027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15998" y="1132027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39773" y="1132027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63547" y="1132027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887322" y="1132027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911096" y="1132027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34870" y="1132027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58645" y="1132027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82419" y="1132027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06194" y="1132027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92224" y="1163117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15998" y="1163117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839773" y="1163117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863547" y="1163117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87322" y="1163117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911096" y="1163117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934870" y="1163117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958645" y="1163117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982419" y="1163117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06194" y="1163117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92224" y="1194206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15998" y="1194206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839773" y="1194206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863547" y="1194206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87322" y="1194206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911096" y="1194206"/>
            <a:ext cx="19202" cy="21946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934870" y="1194206"/>
            <a:ext cx="19202" cy="21946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958645" y="1194206"/>
            <a:ext cx="19202" cy="21946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982419" y="1194206"/>
            <a:ext cx="19202" cy="21946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006194" y="1194206"/>
            <a:ext cx="19202" cy="21946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655064" y="1440180"/>
            <a:ext cx="192024" cy="116586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1976C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716786" y="1467612"/>
            <a:ext cx="54864" cy="54864"/>
          </a:xfrm>
          <a:prstGeom prst="ellipse">
            <a:avLst/>
          </a:prstGeom>
          <a:solidFill>
            <a:srgbClr val="EEF7FF"/>
          </a:solidFill>
          <a:ln w="8255">
            <a:solidFill>
              <a:srgbClr val="1976C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751076" y="1556766"/>
            <a:ext cx="-48006" cy="82296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1751076" y="1556766"/>
            <a:ext cx="54864" cy="82296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2103120" y="1133856"/>
            <a:ext cx="182880" cy="0"/>
          </a:xfrm>
          <a:prstGeom prst="line">
            <a:avLst/>
          </a:prstGeom>
          <a:noFill/>
          <a:ln w="8890">
            <a:solidFill>
              <a:srgbClr val="617088"/>
            </a:solidFill>
            <a:prstDash val="solid"/>
            <a:headEnd type="none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2103120" y="1371600"/>
            <a:ext cx="182880" cy="0"/>
          </a:xfrm>
          <a:prstGeom prst="line">
            <a:avLst/>
          </a:prstGeom>
          <a:noFill/>
          <a:ln w="8890">
            <a:solidFill>
              <a:srgbClr val="617088"/>
            </a:solidFill>
            <a:prstDash val="solid"/>
            <a:headEnd type="none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2103120" y="1609344"/>
            <a:ext cx="182880" cy="0"/>
          </a:xfrm>
          <a:prstGeom prst="line">
            <a:avLst/>
          </a:prstGeom>
          <a:noFill/>
          <a:ln w="8890">
            <a:solidFill>
              <a:srgbClr val="617088"/>
            </a:solidFill>
            <a:prstDash val="solid"/>
            <a:headEnd type="none"/>
            <a:tailEnd type="triangle"/>
          </a:ln>
        </p:spPr>
      </p:sp>
      <p:sp>
        <p:nvSpPr>
          <p:cNvPr id="130" name="Text 128"/>
          <p:cNvSpPr/>
          <p:nvPr/>
        </p:nvSpPr>
        <p:spPr>
          <a:xfrm>
            <a:off x="2304288" y="1014984"/>
            <a:ext cx="256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Cameras</a:t>
            </a:r>
            <a:endParaRPr lang="en-US" sz="550" dirty="0"/>
          </a:p>
          <a:p>
            <a:pPr algn="l" indent="0" marL="0">
              <a:buNone/>
            </a:pPr>
            <a:r>
              <a:rPr lang="en-US" sz="550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550" dirty="0"/>
          </a:p>
        </p:txBody>
      </p:sp>
      <p:sp>
        <p:nvSpPr>
          <p:cNvPr id="131" name="Shape 129"/>
          <p:cNvSpPr/>
          <p:nvPr/>
        </p:nvSpPr>
        <p:spPr>
          <a:xfrm>
            <a:off x="822960" y="1965960"/>
            <a:ext cx="1783080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32688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estimator</a:t>
            </a:r>
            <a:endParaRPr lang="en-US" sz="830" dirty="0"/>
          </a:p>
        </p:txBody>
      </p:sp>
      <p:sp>
        <p:nvSpPr>
          <p:cNvPr id="133" name="Shape 131"/>
          <p:cNvSpPr/>
          <p:nvPr/>
        </p:nvSpPr>
        <p:spPr>
          <a:xfrm>
            <a:off x="1105052" y="2350008"/>
            <a:ext cx="95098" cy="95098"/>
          </a:xfrm>
          <a:prstGeom prst="ellipse">
            <a:avLst/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63447" y="2445106"/>
            <a:ext cx="178308" cy="219913"/>
          </a:xfrm>
          <a:prstGeom prst="roundRect">
            <a:avLst>
              <a:gd name="adj" fmla="val 10256"/>
            </a:avLst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69391" y="2510485"/>
            <a:ext cx="-106985" cy="95098"/>
          </a:xfrm>
          <a:prstGeom prst="line">
            <a:avLst/>
          </a:prstGeom>
          <a:noFill/>
          <a:ln w="11557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1235812" y="2510485"/>
            <a:ext cx="106985" cy="95098"/>
          </a:xfrm>
          <a:prstGeom prst="line">
            <a:avLst/>
          </a:prstGeom>
          <a:noFill/>
          <a:ln w="11557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1105052" y="2659075"/>
            <a:ext cx="-65380" cy="178308"/>
          </a:xfrm>
          <a:prstGeom prst="line">
            <a:avLst/>
          </a:prstGeom>
          <a:noFill/>
          <a:ln w="13208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1200150" y="2659075"/>
            <a:ext cx="65380" cy="178308"/>
          </a:xfrm>
          <a:prstGeom prst="line">
            <a:avLst/>
          </a:prstGeom>
          <a:noFill/>
          <a:ln w="13208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1590599" y="2377440"/>
            <a:ext cx="80467" cy="80467"/>
          </a:xfrm>
          <a:prstGeom prst="ellipse">
            <a:avLst/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55394" y="2457907"/>
            <a:ext cx="150876" cy="186080"/>
          </a:xfrm>
          <a:prstGeom prst="roundRect">
            <a:avLst>
              <a:gd name="adj" fmla="val 12121"/>
            </a:avLst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560424" y="2513228"/>
            <a:ext cx="-90526" cy="80467"/>
          </a:xfrm>
          <a:prstGeom prst="line">
            <a:avLst/>
          </a:prstGeom>
          <a:noFill/>
          <a:ln w="9779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1701241" y="2513228"/>
            <a:ext cx="90526" cy="80467"/>
          </a:xfrm>
          <a:prstGeom prst="line">
            <a:avLst/>
          </a:prstGeom>
          <a:noFill/>
          <a:ln w="9779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1590599" y="2638958"/>
            <a:ext cx="-55321" cy="150876"/>
          </a:xfrm>
          <a:prstGeom prst="line">
            <a:avLst/>
          </a:prstGeom>
          <a:noFill/>
          <a:ln w="11176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1671066" y="2638958"/>
            <a:ext cx="55321" cy="150876"/>
          </a:xfrm>
          <a:prstGeom prst="line">
            <a:avLst/>
          </a:prstGeom>
          <a:noFill/>
          <a:ln w="11176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1933956" y="2327148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061972" y="2327148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189988" y="2327148"/>
            <a:ext cx="64008" cy="64008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933956" y="2510028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965960" y="2542032"/>
            <a:ext cx="-109728" cy="-155448"/>
          </a:xfrm>
          <a:prstGeom prst="line">
            <a:avLst/>
          </a:prstGeom>
          <a:noFill/>
          <a:ln w="5715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2061972" y="2510028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093976" y="2542032"/>
            <a:ext cx="-109728" cy="-155448"/>
          </a:xfrm>
          <a:prstGeom prst="line">
            <a:avLst/>
          </a:prstGeom>
          <a:noFill/>
          <a:ln w="5715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2189988" y="2510028"/>
            <a:ext cx="64008" cy="64008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221992" y="2542032"/>
            <a:ext cx="-109728" cy="-155448"/>
          </a:xfrm>
          <a:prstGeom prst="line">
            <a:avLst/>
          </a:prstGeom>
          <a:noFill/>
          <a:ln w="5715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154" name="Shape 152"/>
          <p:cNvSpPr/>
          <p:nvPr/>
        </p:nvSpPr>
        <p:spPr>
          <a:xfrm>
            <a:off x="1933956" y="2692908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965960" y="2724912"/>
            <a:ext cx="-109728" cy="-155448"/>
          </a:xfrm>
          <a:prstGeom prst="line">
            <a:avLst/>
          </a:prstGeom>
          <a:noFill/>
          <a:ln w="5715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2061972" y="2692908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093976" y="2724912"/>
            <a:ext cx="-109728" cy="-155448"/>
          </a:xfrm>
          <a:prstGeom prst="line">
            <a:avLst/>
          </a:prstGeom>
          <a:noFill/>
          <a:ln w="5715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2189988" y="2692908"/>
            <a:ext cx="64008" cy="64008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221992" y="2724912"/>
            <a:ext cx="-109728" cy="-155448"/>
          </a:xfrm>
          <a:prstGeom prst="line">
            <a:avLst/>
          </a:prstGeom>
          <a:noFill/>
          <a:ln w="5715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160" name="Text 158"/>
          <p:cNvSpPr/>
          <p:nvPr/>
        </p:nvSpPr>
        <p:spPr>
          <a:xfrm>
            <a:off x="978408" y="314553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/ shape / translation</a:t>
            </a:r>
            <a:endParaRPr lang="en-US" sz="570" dirty="0"/>
          </a:p>
        </p:txBody>
      </p:sp>
      <p:sp>
        <p:nvSpPr>
          <p:cNvPr id="161" name="Shape 159"/>
          <p:cNvSpPr/>
          <p:nvPr/>
        </p:nvSpPr>
        <p:spPr>
          <a:xfrm>
            <a:off x="576072" y="987552"/>
            <a:ext cx="246888" cy="0"/>
          </a:xfrm>
          <a:prstGeom prst="line">
            <a:avLst/>
          </a:prstGeom>
          <a:noFill/>
          <a:ln w="11430">
            <a:solidFill>
              <a:srgbClr val="617088"/>
            </a:solidFill>
            <a:prstDash val="solid"/>
            <a:headEnd type="none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576072" y="2340864"/>
            <a:ext cx="246888" cy="0"/>
          </a:xfrm>
          <a:prstGeom prst="line">
            <a:avLst/>
          </a:prstGeom>
          <a:noFill/>
          <a:ln w="11430">
            <a:solidFill>
              <a:srgbClr val="617088"/>
            </a:solidFill>
            <a:prstDash val="solid"/>
            <a:headEnd type="none"/>
            <a:tailEnd type="triangle"/>
          </a:ln>
        </p:spPr>
      </p:sp>
      <p:sp>
        <p:nvSpPr>
          <p:cNvPr id="163" name="Text 161"/>
          <p:cNvSpPr/>
          <p:nvPr/>
        </p:nvSpPr>
        <p:spPr>
          <a:xfrm>
            <a:off x="2697480" y="12618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00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</a:t>
            </a:r>
            <a:endParaRPr lang="en-US" sz="530" dirty="0"/>
          </a:p>
          <a:p>
            <a:pPr algn="ctr" indent="0" marL="0">
              <a:buNone/>
            </a:pPr>
            <a:r>
              <a:rPr lang="en-US" sz="530" b="1" dirty="0">
                <a:solidFill>
                  <a:srgbClr val="00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530" dirty="0"/>
          </a:p>
        </p:txBody>
      </p:sp>
      <p:sp>
        <p:nvSpPr>
          <p:cNvPr id="164" name="Text 162"/>
          <p:cNvSpPr/>
          <p:nvPr/>
        </p:nvSpPr>
        <p:spPr>
          <a:xfrm>
            <a:off x="2679192" y="23591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EF72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530" dirty="0"/>
          </a:p>
          <a:p>
            <a:pPr algn="ctr" indent="0" marL="0">
              <a:buNone/>
            </a:pPr>
            <a:r>
              <a:rPr lang="en-US" sz="530" b="1" dirty="0">
                <a:solidFill>
                  <a:srgbClr val="EF72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530" dirty="0"/>
          </a:p>
        </p:txBody>
      </p:sp>
      <p:sp>
        <p:nvSpPr>
          <p:cNvPr id="165" name="Shape 163"/>
          <p:cNvSpPr/>
          <p:nvPr/>
        </p:nvSpPr>
        <p:spPr>
          <a:xfrm>
            <a:off x="2926080" y="182880"/>
            <a:ext cx="4572000" cy="3730752"/>
          </a:xfrm>
          <a:prstGeom prst="roundRect">
            <a:avLst>
              <a:gd name="adj" fmla="val 980"/>
            </a:avLst>
          </a:prstGeom>
          <a:solidFill>
            <a:srgbClr val="F4FCFC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072384" y="2743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C7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67" name="Text 165"/>
          <p:cNvSpPr/>
          <p:nvPr/>
        </p:nvSpPr>
        <p:spPr>
          <a:xfrm>
            <a:off x="3429000" y="2834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Scale Calibration</a:t>
            </a:r>
            <a:endParaRPr lang="en-US" sz="1150" dirty="0"/>
          </a:p>
        </p:txBody>
      </p:sp>
      <p:sp>
        <p:nvSpPr>
          <p:cNvPr id="168" name="Shape 166"/>
          <p:cNvSpPr/>
          <p:nvPr/>
        </p:nvSpPr>
        <p:spPr>
          <a:xfrm>
            <a:off x="3017520" y="612648"/>
            <a:ext cx="438912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294309" y="786384"/>
            <a:ext cx="92172" cy="92172"/>
          </a:xfrm>
          <a:prstGeom prst="ellipse">
            <a:avLst/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253984" y="878556"/>
            <a:ext cx="172822" cy="213147"/>
          </a:xfrm>
          <a:prstGeom prst="roundRect">
            <a:avLst>
              <a:gd name="adj" fmla="val 10582"/>
            </a:avLst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259745" y="941923"/>
            <a:ext cx="-103693" cy="92172"/>
          </a:xfrm>
          <a:prstGeom prst="line">
            <a:avLst/>
          </a:prstGeom>
          <a:noFill/>
          <a:ln w="11201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72" name="Shape 170"/>
          <p:cNvSpPr/>
          <p:nvPr/>
        </p:nvSpPr>
        <p:spPr>
          <a:xfrm>
            <a:off x="3421045" y="941923"/>
            <a:ext cx="103693" cy="92172"/>
          </a:xfrm>
          <a:prstGeom prst="line">
            <a:avLst/>
          </a:prstGeom>
          <a:noFill/>
          <a:ln w="11201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73" name="Shape 171"/>
          <p:cNvSpPr/>
          <p:nvPr/>
        </p:nvSpPr>
        <p:spPr>
          <a:xfrm>
            <a:off x="3294309" y="1085941"/>
            <a:ext cx="-63368" cy="172822"/>
          </a:xfrm>
          <a:prstGeom prst="line">
            <a:avLst/>
          </a:prstGeom>
          <a:noFill/>
          <a:ln w="12802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3386480" y="1085941"/>
            <a:ext cx="63368" cy="172822"/>
          </a:xfrm>
          <a:prstGeom prst="line">
            <a:avLst/>
          </a:prstGeom>
          <a:noFill/>
          <a:ln w="12802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3529584" y="1024128"/>
            <a:ext cx="237744" cy="118872"/>
          </a:xfrm>
          <a:prstGeom prst="line">
            <a:avLst/>
          </a:prstGeom>
          <a:noFill/>
          <a:ln w="825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3529584" y="1234440"/>
            <a:ext cx="237744" cy="-91440"/>
          </a:xfrm>
          <a:prstGeom prst="line">
            <a:avLst/>
          </a:prstGeom>
          <a:noFill/>
          <a:ln w="825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177" name="Text 175"/>
          <p:cNvSpPr/>
          <p:nvPr/>
        </p:nvSpPr>
        <p:spPr>
          <a:xfrm>
            <a:off x="3035808" y="1783080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scale anchors</a:t>
            </a:r>
            <a:endParaRPr lang="en-US" sz="510" dirty="0"/>
          </a:p>
        </p:txBody>
      </p:sp>
      <p:sp>
        <p:nvSpPr>
          <p:cNvPr id="178" name="Text 176"/>
          <p:cNvSpPr/>
          <p:nvPr/>
        </p:nvSpPr>
        <p:spPr>
          <a:xfrm>
            <a:off x="3886200" y="832104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Human-scene evidence</a:t>
            </a:r>
            <a:endParaRPr lang="en-US" sz="510" dirty="0"/>
          </a:p>
        </p:txBody>
      </p:sp>
      <p:sp>
        <p:nvSpPr>
          <p:cNvPr id="179" name="Shape 177"/>
          <p:cNvSpPr/>
          <p:nvPr/>
        </p:nvSpPr>
        <p:spPr>
          <a:xfrm>
            <a:off x="3776472" y="950976"/>
            <a:ext cx="113385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822192" y="1005840"/>
            <a:ext cx="283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- 1</a:t>
            </a:r>
            <a:endParaRPr lang="en-US" sz="510" dirty="0"/>
          </a:p>
        </p:txBody>
      </p:sp>
      <p:sp>
        <p:nvSpPr>
          <p:cNvPr id="181" name="Shape 179"/>
          <p:cNvSpPr/>
          <p:nvPr/>
        </p:nvSpPr>
        <p:spPr>
          <a:xfrm>
            <a:off x="3840480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008B9A"/>
          </a:solidFill>
          <a:ln w="2540">
            <a:solidFill>
              <a:srgbClr val="008B9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31920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63C4C5"/>
          </a:solidFill>
          <a:ln w="2540">
            <a:solidFill>
              <a:srgbClr val="63C4C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023360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EF725E"/>
          </a:solidFill>
          <a:ln w="2540">
            <a:solidFill>
              <a:srgbClr val="EF725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918204" y="1303020"/>
            <a:ext cx="82296" cy="82296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927348" y="1300277"/>
            <a:ext cx="640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20" dirty="0"/>
          </a:p>
        </p:txBody>
      </p:sp>
      <p:sp>
        <p:nvSpPr>
          <p:cNvPr id="186" name="Text 184"/>
          <p:cNvSpPr/>
          <p:nvPr/>
        </p:nvSpPr>
        <p:spPr>
          <a:xfrm>
            <a:off x="4133088" y="1005840"/>
            <a:ext cx="283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510" dirty="0"/>
          </a:p>
        </p:txBody>
      </p:sp>
      <p:sp>
        <p:nvSpPr>
          <p:cNvPr id="187" name="Shape 185"/>
          <p:cNvSpPr/>
          <p:nvPr/>
        </p:nvSpPr>
        <p:spPr>
          <a:xfrm>
            <a:off x="4151376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008B9A"/>
          </a:solidFill>
          <a:ln w="2540">
            <a:solidFill>
              <a:srgbClr val="008B9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242816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63C4C5"/>
          </a:solidFill>
          <a:ln w="2540">
            <a:solidFill>
              <a:srgbClr val="63C4C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334256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EF725E"/>
          </a:solidFill>
          <a:ln w="2540">
            <a:solidFill>
              <a:srgbClr val="EF725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229100" y="1303020"/>
            <a:ext cx="82296" cy="82296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238244" y="1300277"/>
            <a:ext cx="640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20" dirty="0"/>
          </a:p>
        </p:txBody>
      </p:sp>
      <p:sp>
        <p:nvSpPr>
          <p:cNvPr id="192" name="Text 190"/>
          <p:cNvSpPr/>
          <p:nvPr/>
        </p:nvSpPr>
        <p:spPr>
          <a:xfrm>
            <a:off x="4443984" y="1005840"/>
            <a:ext cx="283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+ 1</a:t>
            </a:r>
            <a:endParaRPr lang="en-US" sz="510" dirty="0"/>
          </a:p>
        </p:txBody>
      </p:sp>
      <p:sp>
        <p:nvSpPr>
          <p:cNvPr id="193" name="Shape 191"/>
          <p:cNvSpPr/>
          <p:nvPr/>
        </p:nvSpPr>
        <p:spPr>
          <a:xfrm>
            <a:off x="4462272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008B9A"/>
          </a:solidFill>
          <a:ln w="2540">
            <a:solidFill>
              <a:srgbClr val="008B9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553712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63C4C5"/>
          </a:solidFill>
          <a:ln w="2540">
            <a:solidFill>
              <a:srgbClr val="63C4C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645152" y="1152144"/>
            <a:ext cx="68580" cy="68580"/>
          </a:xfrm>
          <a:prstGeom prst="roundRect">
            <a:avLst>
              <a:gd name="adj" fmla="val 13333"/>
            </a:avLst>
          </a:prstGeom>
          <a:solidFill>
            <a:srgbClr val="EF725E"/>
          </a:solidFill>
          <a:ln w="2540">
            <a:solidFill>
              <a:srgbClr val="EF725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539996" y="1303020"/>
            <a:ext cx="82296" cy="82296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549140" y="1296619"/>
            <a:ext cx="64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540" dirty="0"/>
          </a:p>
        </p:txBody>
      </p:sp>
      <p:sp>
        <p:nvSpPr>
          <p:cNvPr id="198" name="Shape 196"/>
          <p:cNvSpPr/>
          <p:nvPr/>
        </p:nvSpPr>
        <p:spPr>
          <a:xfrm>
            <a:off x="4937760" y="1225296"/>
            <a:ext cx="228600" cy="0"/>
          </a:xfrm>
          <a:prstGeom prst="line">
            <a:avLst/>
          </a:prstGeom>
          <a:noFill/>
          <a:ln w="1016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199" name="Shape 197"/>
          <p:cNvSpPr/>
          <p:nvPr/>
        </p:nvSpPr>
        <p:spPr>
          <a:xfrm>
            <a:off x="5193792" y="960120"/>
            <a:ext cx="731520" cy="621792"/>
          </a:xfrm>
          <a:prstGeom prst="roundRect">
            <a:avLst>
              <a:gd name="adj" fmla="val 5882"/>
            </a:avLst>
          </a:prstGeom>
          <a:solidFill>
            <a:srgbClr val="F8FCFE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276088" y="11064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620" dirty="0"/>
          </a:p>
        </p:txBody>
      </p:sp>
      <p:sp>
        <p:nvSpPr>
          <p:cNvPr id="201" name="Text 199"/>
          <p:cNvSpPr/>
          <p:nvPr/>
        </p:nvSpPr>
        <p:spPr>
          <a:xfrm>
            <a:off x="5248656" y="73152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features</a:t>
            </a:r>
            <a:endParaRPr lang="en-US" sz="510" dirty="0"/>
          </a:p>
        </p:txBody>
      </p:sp>
      <p:sp>
        <p:nvSpPr>
          <p:cNvPr id="202" name="Shape 200"/>
          <p:cNvSpPr/>
          <p:nvPr/>
        </p:nvSpPr>
        <p:spPr>
          <a:xfrm>
            <a:off x="5367528" y="822960"/>
            <a:ext cx="0" cy="109728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03" name="Shape 201"/>
          <p:cNvSpPr/>
          <p:nvPr/>
        </p:nvSpPr>
        <p:spPr>
          <a:xfrm>
            <a:off x="5495544" y="822960"/>
            <a:ext cx="0" cy="109728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5623560" y="822960"/>
            <a:ext cx="0" cy="109728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05" name="Shape 203"/>
          <p:cNvSpPr/>
          <p:nvPr/>
        </p:nvSpPr>
        <p:spPr>
          <a:xfrm>
            <a:off x="5925312" y="1225296"/>
            <a:ext cx="146304" cy="0"/>
          </a:xfrm>
          <a:prstGeom prst="line">
            <a:avLst/>
          </a:prstGeom>
          <a:noFill/>
          <a:ln w="9525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6099048" y="841248"/>
            <a:ext cx="722376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099048" y="1389888"/>
            <a:ext cx="722376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72200" y="90525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residual</a:t>
            </a:r>
            <a:endParaRPr lang="en-US" sz="500" dirty="0"/>
          </a:p>
        </p:txBody>
      </p:sp>
      <p:sp>
        <p:nvSpPr>
          <p:cNvPr id="209" name="Text 207"/>
          <p:cNvSpPr/>
          <p:nvPr/>
        </p:nvSpPr>
        <p:spPr>
          <a:xfrm>
            <a:off x="6208776" y="1453896"/>
            <a:ext cx="502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bias</a:t>
            </a:r>
            <a:endParaRPr lang="en-US" sz="500" dirty="0"/>
          </a:p>
        </p:txBody>
      </p:sp>
      <p:sp>
        <p:nvSpPr>
          <p:cNvPr id="210" name="Shape 208"/>
          <p:cNvSpPr/>
          <p:nvPr/>
        </p:nvSpPr>
        <p:spPr>
          <a:xfrm>
            <a:off x="6400800" y="1042416"/>
            <a:ext cx="155448" cy="146304"/>
          </a:xfrm>
          <a:prstGeom prst="roundRect">
            <a:avLst>
              <a:gd name="adj" fmla="val 25000"/>
            </a:avLst>
          </a:prstGeom>
          <a:solidFill>
            <a:srgbClr val="BCE8E8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6437376" y="1051560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6400800" y="1581912"/>
            <a:ext cx="155448" cy="146304"/>
          </a:xfrm>
          <a:prstGeom prst="roundRect">
            <a:avLst>
              <a:gd name="adj" fmla="val 25000"/>
            </a:avLst>
          </a:prstGeom>
          <a:solidFill>
            <a:srgbClr val="FFF0D9"/>
          </a:solidFill>
          <a:ln w="10160">
            <a:solidFill>
              <a:srgbClr val="F2BE6E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437376" y="1591056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82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6903720" y="1207008"/>
            <a:ext cx="201168" cy="201168"/>
          </a:xfrm>
          <a:prstGeom prst="ellipse">
            <a:avLst/>
          </a:prstGeom>
          <a:solidFill>
            <a:srgbClr val="FFFFFF"/>
          </a:solidFill>
          <a:ln w="4445">
            <a:solidFill>
              <a:srgbClr val="23354D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949440" y="123444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00" dirty="0"/>
          </a:p>
        </p:txBody>
      </p:sp>
      <p:sp>
        <p:nvSpPr>
          <p:cNvPr id="216" name="Shape 214"/>
          <p:cNvSpPr/>
          <p:nvPr/>
        </p:nvSpPr>
        <p:spPr>
          <a:xfrm>
            <a:off x="7168896" y="1207008"/>
            <a:ext cx="201168" cy="201168"/>
          </a:xfrm>
          <a:prstGeom prst="ellipse">
            <a:avLst/>
          </a:prstGeom>
          <a:solidFill>
            <a:srgbClr val="FFFFFF"/>
          </a:solidFill>
          <a:ln w="4445">
            <a:solidFill>
              <a:srgbClr val="23354D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214616" y="123444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000" dirty="0"/>
          </a:p>
        </p:txBody>
      </p:sp>
      <p:sp>
        <p:nvSpPr>
          <p:cNvPr id="218" name="Shape 216"/>
          <p:cNvSpPr/>
          <p:nvPr/>
        </p:nvSpPr>
        <p:spPr>
          <a:xfrm>
            <a:off x="6830568" y="1033272"/>
            <a:ext cx="155448" cy="201168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19" name="Shape 217"/>
          <p:cNvSpPr/>
          <p:nvPr/>
        </p:nvSpPr>
        <p:spPr>
          <a:xfrm>
            <a:off x="6830568" y="1581912"/>
            <a:ext cx="155448" cy="-210312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20" name="Shape 218"/>
          <p:cNvSpPr/>
          <p:nvPr/>
        </p:nvSpPr>
        <p:spPr>
          <a:xfrm>
            <a:off x="7104888" y="1307592"/>
            <a:ext cx="64008" cy="0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3831336" y="1581912"/>
            <a:ext cx="0" cy="292608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3831336" y="1874520"/>
            <a:ext cx="1719072" cy="0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5550408" y="1874520"/>
            <a:ext cx="0" cy="-292608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224" name="Text 222"/>
          <p:cNvSpPr/>
          <p:nvPr/>
        </p:nvSpPr>
        <p:spPr>
          <a:xfrm>
            <a:off x="4535424" y="184708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0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Anchor-scene interaction</a:t>
            </a:r>
            <a:endParaRPr lang="en-US" sz="510" dirty="0"/>
          </a:p>
        </p:txBody>
      </p:sp>
      <p:sp>
        <p:nvSpPr>
          <p:cNvPr id="225" name="Shape 223"/>
          <p:cNvSpPr/>
          <p:nvPr/>
        </p:nvSpPr>
        <p:spPr>
          <a:xfrm>
            <a:off x="3218688" y="2368296"/>
            <a:ext cx="1847088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3447288" y="2414016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consensus</a:t>
            </a:r>
            <a:endParaRPr lang="en-US" sz="510" dirty="0"/>
          </a:p>
        </p:txBody>
      </p:sp>
      <p:sp>
        <p:nvSpPr>
          <p:cNvPr id="227" name="Shape 225"/>
          <p:cNvSpPr/>
          <p:nvPr/>
        </p:nvSpPr>
        <p:spPr>
          <a:xfrm>
            <a:off x="3383280" y="2679192"/>
            <a:ext cx="379476" cy="-91440"/>
          </a:xfrm>
          <a:prstGeom prst="line">
            <a:avLst/>
          </a:prstGeom>
          <a:noFill/>
          <a:ln w="8890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3762756" y="2587752"/>
            <a:ext cx="379476" cy="45720"/>
          </a:xfrm>
          <a:prstGeom prst="line">
            <a:avLst/>
          </a:prstGeom>
          <a:noFill/>
          <a:ln w="8890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4142232" y="2633472"/>
            <a:ext cx="379476" cy="64008"/>
          </a:xfrm>
          <a:prstGeom prst="line">
            <a:avLst/>
          </a:prstGeom>
          <a:noFill/>
          <a:ln w="8890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4521708" y="2697480"/>
            <a:ext cx="379476" cy="-64008"/>
          </a:xfrm>
          <a:prstGeom prst="line">
            <a:avLst/>
          </a:prstGeom>
          <a:noFill/>
          <a:ln w="8890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3355848" y="2651760"/>
            <a:ext cx="54864" cy="54864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735324" y="2560320"/>
            <a:ext cx="54864" cy="54864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114800" y="2606040"/>
            <a:ext cx="54864" cy="54864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494276" y="2670048"/>
            <a:ext cx="54864" cy="54864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873752" y="2606040"/>
            <a:ext cx="54864" cy="54864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383280" y="2724912"/>
            <a:ext cx="379476" cy="64008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>
            <a:off x="3762756" y="2788920"/>
            <a:ext cx="379476" cy="-27432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4142232" y="2761488"/>
            <a:ext cx="379476" cy="-64008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4521708" y="2697480"/>
            <a:ext cx="379476" cy="27432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240" name="Shape 238"/>
          <p:cNvSpPr/>
          <p:nvPr/>
        </p:nvSpPr>
        <p:spPr>
          <a:xfrm>
            <a:off x="3355848" y="2697480"/>
            <a:ext cx="54864" cy="54864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735324" y="2761488"/>
            <a:ext cx="54864" cy="54864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114800" y="2734056"/>
            <a:ext cx="54864" cy="54864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494276" y="2670048"/>
            <a:ext cx="54864" cy="54864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873752" y="2697480"/>
            <a:ext cx="54864" cy="54864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383280" y="2889504"/>
            <a:ext cx="379476" cy="-64008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3762756" y="2825496"/>
            <a:ext cx="379476" cy="54864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247" name="Shape 245"/>
          <p:cNvSpPr/>
          <p:nvPr/>
        </p:nvSpPr>
        <p:spPr>
          <a:xfrm>
            <a:off x="4142232" y="2880360"/>
            <a:ext cx="379476" cy="-73152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>
            <a:off x="4521708" y="2807208"/>
            <a:ext cx="379476" cy="82296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>
            <a:off x="3355848" y="2862072"/>
            <a:ext cx="54864" cy="54864"/>
          </a:xfrm>
          <a:prstGeom prst="ellipse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735324" y="2798064"/>
            <a:ext cx="54864" cy="54864"/>
          </a:xfrm>
          <a:prstGeom prst="ellipse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114800" y="2852928"/>
            <a:ext cx="54864" cy="54864"/>
          </a:xfrm>
          <a:prstGeom prst="ellipse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494276" y="2779776"/>
            <a:ext cx="54864" cy="54864"/>
          </a:xfrm>
          <a:prstGeom prst="ellipse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873752" y="2862072"/>
            <a:ext cx="54864" cy="54864"/>
          </a:xfrm>
          <a:prstGeom prst="ellipse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227832" y="320040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- 1</a:t>
            </a:r>
            <a:endParaRPr lang="en-US" sz="510" dirty="0"/>
          </a:p>
        </p:txBody>
      </p:sp>
      <p:sp>
        <p:nvSpPr>
          <p:cNvPr id="255" name="Text 253"/>
          <p:cNvSpPr/>
          <p:nvPr/>
        </p:nvSpPr>
        <p:spPr>
          <a:xfrm>
            <a:off x="3607308" y="320040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510" dirty="0"/>
          </a:p>
        </p:txBody>
      </p:sp>
      <p:sp>
        <p:nvSpPr>
          <p:cNvPr id="256" name="Text 254"/>
          <p:cNvSpPr/>
          <p:nvPr/>
        </p:nvSpPr>
        <p:spPr>
          <a:xfrm>
            <a:off x="3986784" y="320040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+ 1</a:t>
            </a:r>
            <a:endParaRPr lang="en-US" sz="510" dirty="0"/>
          </a:p>
        </p:txBody>
      </p:sp>
      <p:sp>
        <p:nvSpPr>
          <p:cNvPr id="257" name="Text 255"/>
          <p:cNvSpPr/>
          <p:nvPr/>
        </p:nvSpPr>
        <p:spPr>
          <a:xfrm>
            <a:off x="4366260" y="320040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+ 2</a:t>
            </a:r>
            <a:endParaRPr lang="en-US" sz="510" dirty="0"/>
          </a:p>
        </p:txBody>
      </p:sp>
      <p:sp>
        <p:nvSpPr>
          <p:cNvPr id="258" name="Text 256"/>
          <p:cNvSpPr/>
          <p:nvPr/>
        </p:nvSpPr>
        <p:spPr>
          <a:xfrm>
            <a:off x="4745736" y="320040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510" dirty="0"/>
          </a:p>
        </p:txBody>
      </p:sp>
      <p:sp>
        <p:nvSpPr>
          <p:cNvPr id="259" name="Shape 257"/>
          <p:cNvSpPr/>
          <p:nvPr/>
        </p:nvSpPr>
        <p:spPr>
          <a:xfrm>
            <a:off x="5202936" y="2322576"/>
            <a:ext cx="1572768" cy="813816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367528" y="239572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scene + cameras</a:t>
            </a:r>
            <a:endParaRPr lang="en-US" sz="510" dirty="0"/>
          </a:p>
        </p:txBody>
      </p:sp>
      <p:sp>
        <p:nvSpPr>
          <p:cNvPr id="261" name="Shape 259"/>
          <p:cNvSpPr/>
          <p:nvPr/>
        </p:nvSpPr>
        <p:spPr>
          <a:xfrm>
            <a:off x="5330952" y="2633472"/>
            <a:ext cx="493776" cy="347472"/>
          </a:xfrm>
          <a:prstGeom prst="rect">
            <a:avLst/>
          </a:prstGeom>
          <a:solidFill>
            <a:srgbClr val="F7FC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367528" y="2670048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409590" y="2670048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451653" y="2670048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5493715" y="2670048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535778" y="2670048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5577840" y="2670048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619902" y="2670048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661965" y="2670048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704027" y="2670048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746090" y="2670048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367528" y="2724912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409590" y="2724912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451653" y="2724912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493715" y="2724912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535778" y="2724912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577840" y="2724912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619902" y="2724912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661965" y="2724912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704027" y="2724912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746090" y="2724912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367528" y="2779776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409590" y="2779776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451653" y="2779776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493715" y="2779776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535778" y="2779776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577840" y="2779776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619902" y="2779776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661965" y="2779776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704027" y="2779776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5746090" y="2779776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367528" y="2834640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409590" y="2834640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451653" y="2834640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493715" y="2834640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535778" y="2834640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577840" y="2834640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619902" y="2834640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661965" y="2834640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704027" y="2834640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746090" y="2834640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367528" y="2889504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409590" y="2889504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451653" y="2889504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493715" y="2889504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535778" y="2889504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577840" y="2889504"/>
            <a:ext cx="37490" cy="45720"/>
          </a:xfrm>
          <a:prstGeom prst="rect">
            <a:avLst/>
          </a:prstGeom>
          <a:solidFill>
            <a:srgbClr val="CFEFE9"/>
          </a:solidFill>
          <a:ln w="12700">
            <a:solidFill>
              <a:srgbClr val="CFEFE9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619902" y="2889504"/>
            <a:ext cx="37490" cy="45720"/>
          </a:xfrm>
          <a:prstGeom prst="rect">
            <a:avLst/>
          </a:prstGeom>
          <a:solidFill>
            <a:srgbClr val="E6F6FB"/>
          </a:solidFill>
          <a:ln w="12700">
            <a:solidFill>
              <a:srgbClr val="E6F6FB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661965" y="2889504"/>
            <a:ext cx="37490" cy="45720"/>
          </a:xfrm>
          <a:prstGeom prst="rect">
            <a:avLst/>
          </a:prstGeom>
          <a:solidFill>
            <a:srgbClr val="1976C9"/>
          </a:solidFill>
          <a:ln w="12700">
            <a:solidFill>
              <a:srgbClr val="1976C9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704027" y="2889504"/>
            <a:ext cx="37490" cy="45720"/>
          </a:xfrm>
          <a:prstGeom prst="rect">
            <a:avLst/>
          </a:prstGeom>
          <a:solidFill>
            <a:srgbClr val="63BFE7"/>
          </a:solidFill>
          <a:ln w="12700">
            <a:solidFill>
              <a:srgbClr val="63BFE7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746090" y="2889504"/>
            <a:ext cx="37490" cy="45720"/>
          </a:xfrm>
          <a:prstGeom prst="rect">
            <a:avLst/>
          </a:prstGeom>
          <a:solidFill>
            <a:srgbClr val="B2E3F4"/>
          </a:solidFill>
          <a:ln w="12700">
            <a:solidFill>
              <a:srgbClr val="B2E3F4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97880" y="2726741"/>
            <a:ext cx="133137" cy="80833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1976C9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940674" y="2745760"/>
            <a:ext cx="38039" cy="38039"/>
          </a:xfrm>
          <a:prstGeom prst="ellipse">
            <a:avLst/>
          </a:prstGeom>
          <a:solidFill>
            <a:srgbClr val="EEF7FF"/>
          </a:solidFill>
          <a:ln w="8255">
            <a:solidFill>
              <a:srgbClr val="1976C9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964448" y="2807574"/>
            <a:ext cx="-33284" cy="57059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315" name="Shape 313"/>
          <p:cNvSpPr/>
          <p:nvPr/>
        </p:nvSpPr>
        <p:spPr>
          <a:xfrm>
            <a:off x="5964448" y="2807574"/>
            <a:ext cx="38039" cy="57059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316" name="Shape 314"/>
          <p:cNvSpPr/>
          <p:nvPr/>
        </p:nvSpPr>
        <p:spPr>
          <a:xfrm>
            <a:off x="6217920" y="2653589"/>
            <a:ext cx="133137" cy="80833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1976C9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260714" y="2672608"/>
            <a:ext cx="38039" cy="38039"/>
          </a:xfrm>
          <a:prstGeom prst="ellipse">
            <a:avLst/>
          </a:prstGeom>
          <a:solidFill>
            <a:srgbClr val="EEF7FF"/>
          </a:solidFill>
          <a:ln w="8255">
            <a:solidFill>
              <a:srgbClr val="1976C9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6284488" y="2734422"/>
            <a:ext cx="-33284" cy="57059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319" name="Shape 317"/>
          <p:cNvSpPr/>
          <p:nvPr/>
        </p:nvSpPr>
        <p:spPr>
          <a:xfrm>
            <a:off x="6284488" y="2734422"/>
            <a:ext cx="38039" cy="57059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320" name="Shape 318"/>
          <p:cNvSpPr/>
          <p:nvPr/>
        </p:nvSpPr>
        <p:spPr>
          <a:xfrm>
            <a:off x="6757416" y="2761488"/>
            <a:ext cx="301752" cy="0"/>
          </a:xfrm>
          <a:prstGeom prst="line">
            <a:avLst/>
          </a:prstGeom>
          <a:noFill/>
          <a:ln w="9525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321" name="Shape 319"/>
          <p:cNvSpPr/>
          <p:nvPr/>
        </p:nvSpPr>
        <p:spPr>
          <a:xfrm>
            <a:off x="7068312" y="2624328"/>
            <a:ext cx="182880" cy="173736"/>
          </a:xfrm>
          <a:prstGeom prst="roundRect">
            <a:avLst>
              <a:gd name="adj" fmla="val 21053"/>
            </a:avLst>
          </a:prstGeom>
          <a:solidFill>
            <a:srgbClr val="C8F1EE"/>
          </a:solidFill>
          <a:ln w="10160">
            <a:solidFill>
              <a:srgbClr val="64C7CD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7132320" y="2642616"/>
            <a:ext cx="54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700" dirty="0"/>
          </a:p>
        </p:txBody>
      </p:sp>
      <p:sp>
        <p:nvSpPr>
          <p:cNvPr id="323" name="Shape 321"/>
          <p:cNvSpPr/>
          <p:nvPr/>
        </p:nvSpPr>
        <p:spPr>
          <a:xfrm>
            <a:off x="7050024" y="2948940"/>
            <a:ext cx="115214" cy="69952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1976C9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7087057" y="2965399"/>
            <a:ext cx="32918" cy="32918"/>
          </a:xfrm>
          <a:prstGeom prst="ellipse">
            <a:avLst/>
          </a:prstGeom>
          <a:solidFill>
            <a:srgbClr val="EEF7FF"/>
          </a:solidFill>
          <a:ln w="8255">
            <a:solidFill>
              <a:srgbClr val="1976C9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107631" y="3018892"/>
            <a:ext cx="-28804" cy="49378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326" name="Shape 324"/>
          <p:cNvSpPr/>
          <p:nvPr/>
        </p:nvSpPr>
        <p:spPr>
          <a:xfrm>
            <a:off x="7107631" y="3018892"/>
            <a:ext cx="32918" cy="49378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327" name="Shape 325"/>
          <p:cNvSpPr/>
          <p:nvPr/>
        </p:nvSpPr>
        <p:spPr>
          <a:xfrm>
            <a:off x="7068312" y="3081528"/>
            <a:ext cx="182880" cy="173736"/>
          </a:xfrm>
          <a:prstGeom prst="roundRect">
            <a:avLst>
              <a:gd name="adj" fmla="val 21053"/>
            </a:avLst>
          </a:prstGeom>
          <a:solidFill>
            <a:srgbClr val="FFF0D9"/>
          </a:solidFill>
          <a:ln w="10160">
            <a:solidFill>
              <a:srgbClr val="F2BE6E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7132320" y="3099816"/>
            <a:ext cx="54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82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00" dirty="0"/>
          </a:p>
        </p:txBody>
      </p:sp>
      <p:sp>
        <p:nvSpPr>
          <p:cNvPr id="329" name="Shape 327"/>
          <p:cNvSpPr/>
          <p:nvPr/>
        </p:nvSpPr>
        <p:spPr>
          <a:xfrm>
            <a:off x="5065776" y="2852928"/>
            <a:ext cx="118872" cy="0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330" name="Shape 328"/>
          <p:cNvSpPr/>
          <p:nvPr/>
        </p:nvSpPr>
        <p:spPr>
          <a:xfrm>
            <a:off x="6035040" y="3145536"/>
            <a:ext cx="0" cy="310896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331" name="Shape 329"/>
          <p:cNvSpPr/>
          <p:nvPr/>
        </p:nvSpPr>
        <p:spPr>
          <a:xfrm>
            <a:off x="6035040" y="3456432"/>
            <a:ext cx="-2377440" cy="0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332" name="Shape 330"/>
          <p:cNvSpPr/>
          <p:nvPr/>
        </p:nvSpPr>
        <p:spPr>
          <a:xfrm>
            <a:off x="3657600" y="3456432"/>
            <a:ext cx="0" cy="-283464"/>
          </a:xfrm>
          <a:prstGeom prst="line">
            <a:avLst/>
          </a:prstGeom>
          <a:noFill/>
          <a:ln w="889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333" name="Shape 331"/>
          <p:cNvSpPr/>
          <p:nvPr/>
        </p:nvSpPr>
        <p:spPr>
          <a:xfrm>
            <a:off x="3303270" y="3419856"/>
            <a:ext cx="36576" cy="36576"/>
          </a:xfrm>
          <a:prstGeom prst="ellipse">
            <a:avLst/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3287268" y="3456432"/>
            <a:ext cx="68580" cy="84582"/>
          </a:xfrm>
          <a:prstGeom prst="roundRect">
            <a:avLst>
              <a:gd name="adj" fmla="val 26667"/>
            </a:avLst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3289554" y="3481578"/>
            <a:ext cx="-41148" cy="36576"/>
          </a:xfrm>
          <a:prstGeom prst="line">
            <a:avLst/>
          </a:prstGeom>
          <a:noFill/>
          <a:ln w="4445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336" name="Shape 334"/>
          <p:cNvSpPr/>
          <p:nvPr/>
        </p:nvSpPr>
        <p:spPr>
          <a:xfrm>
            <a:off x="3353562" y="3481578"/>
            <a:ext cx="41148" cy="36576"/>
          </a:xfrm>
          <a:prstGeom prst="line">
            <a:avLst/>
          </a:prstGeom>
          <a:noFill/>
          <a:ln w="4445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337" name="Shape 335"/>
          <p:cNvSpPr/>
          <p:nvPr/>
        </p:nvSpPr>
        <p:spPr>
          <a:xfrm>
            <a:off x="3303270" y="3538728"/>
            <a:ext cx="-25146" cy="68580"/>
          </a:xfrm>
          <a:prstGeom prst="line">
            <a:avLst/>
          </a:prstGeom>
          <a:noFill/>
          <a:ln w="5080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338" name="Shape 336"/>
          <p:cNvSpPr/>
          <p:nvPr/>
        </p:nvSpPr>
        <p:spPr>
          <a:xfrm>
            <a:off x="3339846" y="3538728"/>
            <a:ext cx="25146" cy="68580"/>
          </a:xfrm>
          <a:prstGeom prst="line">
            <a:avLst/>
          </a:prstGeom>
          <a:noFill/>
          <a:ln w="5080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339" name="Text 337"/>
          <p:cNvSpPr/>
          <p:nvPr/>
        </p:nvSpPr>
        <p:spPr>
          <a:xfrm>
            <a:off x="3529584" y="346557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EF72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pose and shape</a:t>
            </a:r>
            <a:endParaRPr lang="en-US" sz="570" dirty="0"/>
          </a:p>
        </p:txBody>
      </p:sp>
      <p:sp>
        <p:nvSpPr>
          <p:cNvPr id="340" name="Shape 338"/>
          <p:cNvSpPr/>
          <p:nvPr/>
        </p:nvSpPr>
        <p:spPr>
          <a:xfrm>
            <a:off x="2852928" y="2523744"/>
            <a:ext cx="0" cy="1124712"/>
          </a:xfrm>
          <a:prstGeom prst="line">
            <a:avLst/>
          </a:prstGeom>
          <a:noFill/>
          <a:ln w="13970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341" name="Shape 339"/>
          <p:cNvSpPr/>
          <p:nvPr/>
        </p:nvSpPr>
        <p:spPr>
          <a:xfrm>
            <a:off x="2852928" y="3648456"/>
            <a:ext cx="4764024" cy="0"/>
          </a:xfrm>
          <a:prstGeom prst="line">
            <a:avLst/>
          </a:prstGeom>
          <a:noFill/>
          <a:ln w="13970">
            <a:solidFill>
              <a:srgbClr val="EF725E"/>
            </a:solidFill>
            <a:prstDash val="solid"/>
            <a:headEnd type="none"/>
            <a:tailEnd type="triangle"/>
          </a:ln>
        </p:spPr>
      </p:sp>
      <p:sp>
        <p:nvSpPr>
          <p:cNvPr id="342" name="Shape 340"/>
          <p:cNvSpPr/>
          <p:nvPr/>
        </p:nvSpPr>
        <p:spPr>
          <a:xfrm>
            <a:off x="7589520" y="182880"/>
            <a:ext cx="4416552" cy="3730752"/>
          </a:xfrm>
          <a:prstGeom prst="roundRect">
            <a:avLst>
              <a:gd name="adj" fmla="val 980"/>
            </a:avLst>
          </a:prstGeom>
          <a:solidFill>
            <a:srgbClr val="F5FAFF"/>
          </a:solidFill>
          <a:ln w="10160">
            <a:solidFill>
              <a:srgbClr val="7BB6ED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7735824" y="2743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B6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344" name="Text 342"/>
          <p:cNvSpPr/>
          <p:nvPr/>
        </p:nvSpPr>
        <p:spPr>
          <a:xfrm>
            <a:off x="8092440" y="28346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 Contact Refinement</a:t>
            </a:r>
            <a:endParaRPr lang="en-US" sz="1150" dirty="0"/>
          </a:p>
        </p:txBody>
      </p:sp>
      <p:sp>
        <p:nvSpPr>
          <p:cNvPr id="345" name="Shape 343"/>
          <p:cNvSpPr/>
          <p:nvPr/>
        </p:nvSpPr>
        <p:spPr>
          <a:xfrm>
            <a:off x="7680960" y="612648"/>
            <a:ext cx="423367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7BB6ED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040319" y="758952"/>
            <a:ext cx="102413" cy="102413"/>
          </a:xfrm>
          <a:prstGeom prst="ellipse">
            <a:avLst/>
          </a:prstGeom>
          <a:solidFill>
            <a:srgbClr val="6FAF9E"/>
          </a:solidFill>
          <a:ln w="3810">
            <a:solidFill>
              <a:srgbClr val="6FAF9E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7995514" y="861365"/>
            <a:ext cx="192024" cy="236830"/>
          </a:xfrm>
          <a:prstGeom prst="roundRect">
            <a:avLst>
              <a:gd name="adj" fmla="val 9524"/>
            </a:avLst>
          </a:prstGeom>
          <a:solidFill>
            <a:srgbClr val="6FAF9E"/>
          </a:solidFill>
          <a:ln w="3810">
            <a:solidFill>
              <a:srgbClr val="6FAF9E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001914" y="931774"/>
            <a:ext cx="-115214" cy="102413"/>
          </a:xfrm>
          <a:prstGeom prst="line">
            <a:avLst/>
          </a:prstGeom>
          <a:noFill/>
          <a:ln w="12446">
            <a:solidFill>
              <a:srgbClr val="6FAF9E"/>
            </a:solidFill>
            <a:prstDash val="solid"/>
            <a:headEnd type="none"/>
            <a:tailEnd type="none"/>
          </a:ln>
        </p:spPr>
      </p:sp>
      <p:sp>
        <p:nvSpPr>
          <p:cNvPr id="349" name="Shape 347"/>
          <p:cNvSpPr/>
          <p:nvPr/>
        </p:nvSpPr>
        <p:spPr>
          <a:xfrm>
            <a:off x="8181137" y="931774"/>
            <a:ext cx="115214" cy="102413"/>
          </a:xfrm>
          <a:prstGeom prst="line">
            <a:avLst/>
          </a:prstGeom>
          <a:noFill/>
          <a:ln w="12446">
            <a:solidFill>
              <a:srgbClr val="6FAF9E"/>
            </a:solidFill>
            <a:prstDash val="solid"/>
            <a:headEnd type="none"/>
            <a:tailEnd type="none"/>
          </a:ln>
        </p:spPr>
      </p:sp>
      <p:sp>
        <p:nvSpPr>
          <p:cNvPr id="350" name="Shape 348"/>
          <p:cNvSpPr/>
          <p:nvPr/>
        </p:nvSpPr>
        <p:spPr>
          <a:xfrm>
            <a:off x="8040319" y="1091794"/>
            <a:ext cx="-70409" cy="192024"/>
          </a:xfrm>
          <a:prstGeom prst="line">
            <a:avLst/>
          </a:prstGeom>
          <a:noFill/>
          <a:ln w="14224">
            <a:solidFill>
              <a:srgbClr val="6FAF9E"/>
            </a:solidFill>
            <a:prstDash val="solid"/>
            <a:headEnd type="none"/>
            <a:tailEnd type="none"/>
          </a:ln>
        </p:spPr>
      </p:sp>
      <p:sp>
        <p:nvSpPr>
          <p:cNvPr id="351" name="Shape 349"/>
          <p:cNvSpPr/>
          <p:nvPr/>
        </p:nvSpPr>
        <p:spPr>
          <a:xfrm>
            <a:off x="8142732" y="1091794"/>
            <a:ext cx="70409" cy="192024"/>
          </a:xfrm>
          <a:prstGeom prst="line">
            <a:avLst/>
          </a:prstGeom>
          <a:noFill/>
          <a:ln w="14224">
            <a:solidFill>
              <a:srgbClr val="6FAF9E"/>
            </a:solidFill>
            <a:prstDash val="solid"/>
            <a:headEnd type="none"/>
            <a:tailEnd type="none"/>
          </a:ln>
        </p:spPr>
      </p:sp>
      <p:sp>
        <p:nvSpPr>
          <p:cNvPr id="352" name="Text 350"/>
          <p:cNvSpPr/>
          <p:nvPr/>
        </p:nvSpPr>
        <p:spPr>
          <a:xfrm>
            <a:off x="7754112" y="21305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regions</a:t>
            </a:r>
            <a:endParaRPr lang="en-US" sz="510" dirty="0"/>
          </a:p>
        </p:txBody>
      </p:sp>
      <p:sp>
        <p:nvSpPr>
          <p:cNvPr id="353" name="Text 351"/>
          <p:cNvSpPr/>
          <p:nvPr/>
        </p:nvSpPr>
        <p:spPr>
          <a:xfrm>
            <a:off x="8513064" y="731520"/>
            <a:ext cx="7132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probes</a:t>
            </a:r>
            <a:endParaRPr lang="en-US" sz="510" dirty="0"/>
          </a:p>
        </p:txBody>
      </p:sp>
      <p:sp>
        <p:nvSpPr>
          <p:cNvPr id="354" name="Shape 352"/>
          <p:cNvSpPr/>
          <p:nvPr/>
        </p:nvSpPr>
        <p:spPr>
          <a:xfrm>
            <a:off x="8257032" y="905256"/>
            <a:ext cx="38404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8311896" y="1069848"/>
            <a:ext cx="50292" cy="50292"/>
          </a:xfrm>
          <a:prstGeom prst="rect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8403336" y="106984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8494776" y="106984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586216" y="1069848"/>
            <a:ext cx="50292" cy="50292"/>
          </a:xfrm>
          <a:prstGeom prst="rect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8311896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8403336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8494776" y="1161288"/>
            <a:ext cx="50292" cy="50292"/>
          </a:xfrm>
          <a:prstGeom prst="rect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586216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8311896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8403336" y="1252728"/>
            <a:ext cx="50292" cy="50292"/>
          </a:xfrm>
          <a:prstGeom prst="rect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494776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586216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8311896" y="1344168"/>
            <a:ext cx="50292" cy="50292"/>
          </a:xfrm>
          <a:prstGeom prst="rect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403336" y="134416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494776" y="134416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8586216" y="1344168"/>
            <a:ext cx="50292" cy="50292"/>
          </a:xfrm>
          <a:prstGeom prst="rect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8257032" y="82296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510" dirty="0"/>
          </a:p>
        </p:txBody>
      </p:sp>
      <p:sp>
        <p:nvSpPr>
          <p:cNvPr id="372" name="Shape 370"/>
          <p:cNvSpPr/>
          <p:nvPr/>
        </p:nvSpPr>
        <p:spPr>
          <a:xfrm>
            <a:off x="8449056" y="1417320"/>
            <a:ext cx="0" cy="356616"/>
          </a:xfrm>
          <a:prstGeom prst="line">
            <a:avLst/>
          </a:prstGeom>
          <a:noFill/>
          <a:ln w="571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373" name="Shape 371"/>
          <p:cNvSpPr/>
          <p:nvPr/>
        </p:nvSpPr>
        <p:spPr>
          <a:xfrm>
            <a:off x="8238744" y="1792224"/>
            <a:ext cx="420624" cy="192024"/>
          </a:xfrm>
          <a:prstGeom prst="rect">
            <a:avLst/>
          </a:prstGeom>
          <a:solidFill>
            <a:srgbClr val="F6FAFD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8273491" y="1826971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8269834" y="1843430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8273491" y="1867205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269834" y="188366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273491" y="190743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8306410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8310067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306410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8310067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8306410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8346643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8342986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8346643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8342986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8346643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8379562" y="182331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383219" y="184708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8379562" y="1863547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383219" y="1887322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379562" y="1903781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8419795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416138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8419795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8416138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8419795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8452714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8456371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8452714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8456371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8452714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8492947" y="1826971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8489290" y="1843430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8492947" y="1867205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8489290" y="188366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492947" y="190743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525866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8529523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8525866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8529523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8525866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8566099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8562442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8566099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8562442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8566099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8677656" y="905256"/>
            <a:ext cx="38404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8732520" y="1069848"/>
            <a:ext cx="50292" cy="50292"/>
          </a:xfrm>
          <a:prstGeom prst="rect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8823960" y="106984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915400" y="106984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9006840" y="1069848"/>
            <a:ext cx="50292" cy="50292"/>
          </a:xfrm>
          <a:prstGeom prst="rect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8732520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8823960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8915400" y="1161288"/>
            <a:ext cx="50292" cy="50292"/>
          </a:xfrm>
          <a:prstGeom prst="rect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9006840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8732520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8823960" y="1252728"/>
            <a:ext cx="50292" cy="50292"/>
          </a:xfrm>
          <a:prstGeom prst="rect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8915400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9006840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8732520" y="1344168"/>
            <a:ext cx="50292" cy="50292"/>
          </a:xfrm>
          <a:prstGeom prst="rect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8823960" y="134416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8915400" y="134416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9006840" y="1344168"/>
            <a:ext cx="50292" cy="50292"/>
          </a:xfrm>
          <a:prstGeom prst="rect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436" name="Text 434"/>
          <p:cNvSpPr/>
          <p:nvPr/>
        </p:nvSpPr>
        <p:spPr>
          <a:xfrm>
            <a:off x="8677656" y="82296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510" dirty="0"/>
          </a:p>
        </p:txBody>
      </p:sp>
      <p:sp>
        <p:nvSpPr>
          <p:cNvPr id="437" name="Shape 435"/>
          <p:cNvSpPr/>
          <p:nvPr/>
        </p:nvSpPr>
        <p:spPr>
          <a:xfrm>
            <a:off x="8869680" y="1417320"/>
            <a:ext cx="0" cy="356616"/>
          </a:xfrm>
          <a:prstGeom prst="line">
            <a:avLst/>
          </a:prstGeom>
          <a:noFill/>
          <a:ln w="571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438" name="Shape 436"/>
          <p:cNvSpPr/>
          <p:nvPr/>
        </p:nvSpPr>
        <p:spPr>
          <a:xfrm>
            <a:off x="8659368" y="1792224"/>
            <a:ext cx="420624" cy="192024"/>
          </a:xfrm>
          <a:prstGeom prst="rect">
            <a:avLst/>
          </a:prstGeom>
          <a:solidFill>
            <a:srgbClr val="F6FAFD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694115" y="1826971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690458" y="1843430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694115" y="1867205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690458" y="188366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694115" y="190743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727034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730691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727034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730691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727034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767267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763610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767267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8763610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767267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800186" y="182331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803843" y="184708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800186" y="1863547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803843" y="1887322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8800186" y="1903781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840419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836762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840419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836762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840419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873338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876995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873338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876995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873338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913571" y="1826971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909914" y="1843430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913571" y="1867205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909914" y="188366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913571" y="190743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946490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950147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946490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8950147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8946490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8986723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8983066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8986723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8983066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8986723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098280" y="905256"/>
            <a:ext cx="384048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153144" y="1069848"/>
            <a:ext cx="50292" cy="50292"/>
          </a:xfrm>
          <a:prstGeom prst="rect">
            <a:avLst/>
          </a:prstGeom>
          <a:solidFill>
            <a:srgbClr val="6F9FE3"/>
          </a:solidFill>
          <a:ln w="4445">
            <a:solidFill>
              <a:srgbClr val="6F9FE3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244584" y="106984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9336024" y="106984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9427464" y="1069848"/>
            <a:ext cx="50292" cy="50292"/>
          </a:xfrm>
          <a:prstGeom prst="rect">
            <a:avLst/>
          </a:prstGeom>
          <a:solidFill>
            <a:srgbClr val="6F9FE3"/>
          </a:solidFill>
          <a:ln w="4445">
            <a:solidFill>
              <a:srgbClr val="6F9FE3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9153144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9244584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9336024" y="1161288"/>
            <a:ext cx="50292" cy="50292"/>
          </a:xfrm>
          <a:prstGeom prst="rect">
            <a:avLst/>
          </a:prstGeom>
          <a:solidFill>
            <a:srgbClr val="6F9FE3"/>
          </a:solidFill>
          <a:ln w="4445">
            <a:solidFill>
              <a:srgbClr val="6F9FE3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9427464" y="116128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9153144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9244584" y="1252728"/>
            <a:ext cx="50292" cy="50292"/>
          </a:xfrm>
          <a:prstGeom prst="rect">
            <a:avLst/>
          </a:prstGeom>
          <a:solidFill>
            <a:srgbClr val="6F9FE3"/>
          </a:solidFill>
          <a:ln w="4445">
            <a:solidFill>
              <a:srgbClr val="6F9FE3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9336024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9427464" y="125272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9153144" y="1344168"/>
            <a:ext cx="50292" cy="50292"/>
          </a:xfrm>
          <a:prstGeom prst="rect">
            <a:avLst/>
          </a:prstGeom>
          <a:solidFill>
            <a:srgbClr val="6F9FE3"/>
          </a:solidFill>
          <a:ln w="4445">
            <a:solidFill>
              <a:srgbClr val="6F9FE3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9244584" y="134416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336024" y="1344168"/>
            <a:ext cx="50292" cy="50292"/>
          </a:xfrm>
          <a:prstGeom prst="rect">
            <a:avLst/>
          </a:prstGeom>
          <a:solidFill>
            <a:srgbClr val="F4F8FB"/>
          </a:solidFill>
          <a:ln w="4445">
            <a:solidFill>
              <a:srgbClr val="CAD9E8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427464" y="1344168"/>
            <a:ext cx="50292" cy="50292"/>
          </a:xfrm>
          <a:prstGeom prst="rect">
            <a:avLst/>
          </a:prstGeom>
          <a:solidFill>
            <a:srgbClr val="6F9FE3"/>
          </a:solidFill>
          <a:ln w="4445">
            <a:solidFill>
              <a:srgbClr val="6F9FE3"/>
            </a:solidFill>
            <a:prstDash val="solid"/>
          </a:ln>
        </p:spPr>
      </p:sp>
      <p:sp>
        <p:nvSpPr>
          <p:cNvPr id="501" name="Text 499"/>
          <p:cNvSpPr/>
          <p:nvPr/>
        </p:nvSpPr>
        <p:spPr>
          <a:xfrm>
            <a:off x="9098280" y="82296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</a:t>
            </a:r>
            <a:endParaRPr lang="en-US" sz="510" dirty="0"/>
          </a:p>
        </p:txBody>
      </p:sp>
      <p:sp>
        <p:nvSpPr>
          <p:cNvPr id="502" name="Shape 500"/>
          <p:cNvSpPr/>
          <p:nvPr/>
        </p:nvSpPr>
        <p:spPr>
          <a:xfrm>
            <a:off x="9290304" y="1417320"/>
            <a:ext cx="0" cy="356616"/>
          </a:xfrm>
          <a:prstGeom prst="line">
            <a:avLst/>
          </a:prstGeom>
          <a:noFill/>
          <a:ln w="571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503" name="Shape 501"/>
          <p:cNvSpPr/>
          <p:nvPr/>
        </p:nvSpPr>
        <p:spPr>
          <a:xfrm>
            <a:off x="9079992" y="1792224"/>
            <a:ext cx="420624" cy="192024"/>
          </a:xfrm>
          <a:prstGeom prst="rect">
            <a:avLst/>
          </a:prstGeom>
          <a:solidFill>
            <a:srgbClr val="F6FAFD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114739" y="1826971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111082" y="1843430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114739" y="1867205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111082" y="188366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114739" y="190743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9147658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151315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147658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9151315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9147658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9187891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9184234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187891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184234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187891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9220810" y="182331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9224467" y="184708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220810" y="1863547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9224467" y="1887322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9220810" y="1903781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9261043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9257386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9261043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9257386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9261043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9293962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297619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293962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9297619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9293962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9334195" y="1826971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9330538" y="1843430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9334195" y="1867205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9330538" y="1883664"/>
            <a:ext cx="29261" cy="29261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9334195" y="1907438"/>
            <a:ext cx="21946" cy="21946"/>
          </a:xfrm>
          <a:prstGeom prst="ellipse">
            <a:avLst/>
          </a:prstGeom>
          <a:solidFill>
            <a:srgbClr val="72B7D7"/>
          </a:solidFill>
          <a:ln w="4445">
            <a:solidFill>
              <a:srgbClr val="72B7D7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9367114" y="182331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9370771" y="184708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9367114" y="1863547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9370771" y="1887322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9367114" y="1903781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9407347" y="1826971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9403690" y="1843430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9407347" y="1867205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403690" y="1883664"/>
            <a:ext cx="29261" cy="29261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9407347" y="1907438"/>
            <a:ext cx="21946" cy="21946"/>
          </a:xfrm>
          <a:prstGeom prst="ellipse">
            <a:avLst/>
          </a:prstGeom>
          <a:solidFill>
            <a:srgbClr val="D8E2E7"/>
          </a:solidFill>
          <a:ln w="4445">
            <a:solidFill>
              <a:srgbClr val="D8E2E7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8503920" y="1490472"/>
            <a:ext cx="804672" cy="0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550" name="Shape 548"/>
          <p:cNvSpPr/>
          <p:nvPr/>
        </p:nvSpPr>
        <p:spPr>
          <a:xfrm>
            <a:off x="9345168" y="859536"/>
            <a:ext cx="768096" cy="1161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9436608" y="960120"/>
            <a:ext cx="118872" cy="164592"/>
          </a:xfrm>
          <a:prstGeom prst="rect">
            <a:avLst/>
          </a:prstGeom>
          <a:solidFill>
            <a:srgbClr val="B5DFD4"/>
          </a:solidFill>
          <a:ln w="3175">
            <a:solidFill>
              <a:srgbClr val="94A7B9"/>
            </a:solidFill>
            <a:prstDash val="solid"/>
          </a:ln>
        </p:spPr>
      </p:sp>
      <p:sp>
        <p:nvSpPr>
          <p:cNvPr id="552" name="Text 550"/>
          <p:cNvSpPr/>
          <p:nvPr/>
        </p:nvSpPr>
        <p:spPr>
          <a:xfrm>
            <a:off x="9601200" y="96926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</a:t>
            </a:r>
            <a:endParaRPr lang="en-US" sz="510" dirty="0"/>
          </a:p>
        </p:txBody>
      </p:sp>
      <p:sp>
        <p:nvSpPr>
          <p:cNvPr id="553" name="Shape 551"/>
          <p:cNvSpPr/>
          <p:nvPr/>
        </p:nvSpPr>
        <p:spPr>
          <a:xfrm>
            <a:off x="9989820" y="1001268"/>
            <a:ext cx="82296" cy="82296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554" name="Text 552"/>
          <p:cNvSpPr/>
          <p:nvPr/>
        </p:nvSpPr>
        <p:spPr>
          <a:xfrm>
            <a:off x="9998964" y="998525"/>
            <a:ext cx="640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20" dirty="0"/>
          </a:p>
        </p:txBody>
      </p:sp>
      <p:sp>
        <p:nvSpPr>
          <p:cNvPr id="555" name="Shape 553"/>
          <p:cNvSpPr/>
          <p:nvPr/>
        </p:nvSpPr>
        <p:spPr>
          <a:xfrm>
            <a:off x="9381744" y="1545336"/>
            <a:ext cx="685800" cy="0"/>
          </a:xfrm>
          <a:prstGeom prst="line">
            <a:avLst/>
          </a:prstGeom>
          <a:noFill/>
          <a:ln w="5715">
            <a:solidFill>
              <a:srgbClr val="CAD9E8"/>
            </a:solidFill>
            <a:prstDash val="solid"/>
            <a:headEnd type="none"/>
            <a:tailEnd type="none"/>
          </a:ln>
        </p:spPr>
      </p:sp>
      <p:sp>
        <p:nvSpPr>
          <p:cNvPr id="556" name="Shape 554"/>
          <p:cNvSpPr/>
          <p:nvPr/>
        </p:nvSpPr>
        <p:spPr>
          <a:xfrm>
            <a:off x="9436608" y="1298448"/>
            <a:ext cx="118872" cy="164592"/>
          </a:xfrm>
          <a:prstGeom prst="rect">
            <a:avLst/>
          </a:prstGeom>
          <a:solidFill>
            <a:srgbClr val="E7ECEE"/>
          </a:solidFill>
          <a:ln w="3175">
            <a:solidFill>
              <a:srgbClr val="94A7B9"/>
            </a:solidFill>
            <a:prstDash val="solid"/>
          </a:ln>
        </p:spPr>
      </p:sp>
      <p:sp>
        <p:nvSpPr>
          <p:cNvPr id="557" name="Text 555"/>
          <p:cNvSpPr/>
          <p:nvPr/>
        </p:nvSpPr>
        <p:spPr>
          <a:xfrm>
            <a:off x="9601200" y="1307592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510" dirty="0"/>
          </a:p>
        </p:txBody>
      </p:sp>
      <p:sp>
        <p:nvSpPr>
          <p:cNvPr id="558" name="Shape 556"/>
          <p:cNvSpPr/>
          <p:nvPr/>
        </p:nvSpPr>
        <p:spPr>
          <a:xfrm>
            <a:off x="9989820" y="1339596"/>
            <a:ext cx="82296" cy="82296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559" name="Text 557"/>
          <p:cNvSpPr/>
          <p:nvPr/>
        </p:nvSpPr>
        <p:spPr>
          <a:xfrm>
            <a:off x="9998964" y="1336853"/>
            <a:ext cx="640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20" dirty="0"/>
          </a:p>
        </p:txBody>
      </p:sp>
      <p:sp>
        <p:nvSpPr>
          <p:cNvPr id="560" name="Shape 558"/>
          <p:cNvSpPr/>
          <p:nvPr/>
        </p:nvSpPr>
        <p:spPr>
          <a:xfrm>
            <a:off x="9381744" y="1883664"/>
            <a:ext cx="685800" cy="0"/>
          </a:xfrm>
          <a:prstGeom prst="line">
            <a:avLst/>
          </a:prstGeom>
          <a:noFill/>
          <a:ln w="5715">
            <a:solidFill>
              <a:srgbClr val="CAD9E8"/>
            </a:solidFill>
            <a:prstDash val="solid"/>
            <a:headEnd type="none"/>
            <a:tailEnd type="none"/>
          </a:ln>
        </p:spPr>
      </p:sp>
      <p:sp>
        <p:nvSpPr>
          <p:cNvPr id="561" name="Shape 559"/>
          <p:cNvSpPr/>
          <p:nvPr/>
        </p:nvSpPr>
        <p:spPr>
          <a:xfrm>
            <a:off x="9436608" y="1636776"/>
            <a:ext cx="118872" cy="164592"/>
          </a:xfrm>
          <a:prstGeom prst="rect">
            <a:avLst/>
          </a:prstGeom>
          <a:solidFill>
            <a:srgbClr val="DFC9DB"/>
          </a:solidFill>
          <a:ln w="3175">
            <a:solidFill>
              <a:srgbClr val="94A7B9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9601200" y="164592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people</a:t>
            </a:r>
            <a:endParaRPr lang="en-US" sz="510" dirty="0"/>
          </a:p>
        </p:txBody>
      </p:sp>
      <p:sp>
        <p:nvSpPr>
          <p:cNvPr id="563" name="Shape 561"/>
          <p:cNvSpPr/>
          <p:nvPr/>
        </p:nvSpPr>
        <p:spPr>
          <a:xfrm>
            <a:off x="9989820" y="1677924"/>
            <a:ext cx="82296" cy="82296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564" name="Text 562"/>
          <p:cNvSpPr/>
          <p:nvPr/>
        </p:nvSpPr>
        <p:spPr>
          <a:xfrm>
            <a:off x="9998964" y="1671523"/>
            <a:ext cx="64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540" dirty="0"/>
          </a:p>
        </p:txBody>
      </p:sp>
      <p:sp>
        <p:nvSpPr>
          <p:cNvPr id="565" name="Shape 563"/>
          <p:cNvSpPr/>
          <p:nvPr/>
        </p:nvSpPr>
        <p:spPr>
          <a:xfrm>
            <a:off x="10113264" y="1463040"/>
            <a:ext cx="155448" cy="0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566" name="Shape 564"/>
          <p:cNvSpPr/>
          <p:nvPr/>
        </p:nvSpPr>
        <p:spPr>
          <a:xfrm>
            <a:off x="10296144" y="1060704"/>
            <a:ext cx="466344" cy="466344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7BB6ED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0474452" y="1239012"/>
            <a:ext cx="100584" cy="100584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0351008" y="1152144"/>
            <a:ext cx="73152" cy="73152"/>
          </a:xfrm>
          <a:prstGeom prst="ellipse">
            <a:avLst/>
          </a:prstGeom>
          <a:solidFill>
            <a:srgbClr val="008B9A"/>
          </a:solidFill>
          <a:ln w="4445">
            <a:solidFill>
              <a:srgbClr val="008B9A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0625328" y="1143000"/>
            <a:ext cx="73152" cy="73152"/>
          </a:xfrm>
          <a:prstGeom prst="ellipse">
            <a:avLst/>
          </a:prstGeom>
          <a:solidFill>
            <a:srgbClr val="F6AF44"/>
          </a:solidFill>
          <a:ln w="4445">
            <a:solidFill>
              <a:srgbClr val="F6AF44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0625328" y="1353312"/>
            <a:ext cx="73152" cy="73152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0524744" y="1289304"/>
            <a:ext cx="-137160" cy="-100584"/>
          </a:xfrm>
          <a:prstGeom prst="line">
            <a:avLst/>
          </a:prstGeom>
          <a:noFill/>
          <a:ln w="6350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572" name="Shape 570"/>
          <p:cNvSpPr/>
          <p:nvPr/>
        </p:nvSpPr>
        <p:spPr>
          <a:xfrm>
            <a:off x="10524744" y="1289304"/>
            <a:ext cx="137160" cy="-109728"/>
          </a:xfrm>
          <a:prstGeom prst="line">
            <a:avLst/>
          </a:prstGeom>
          <a:noFill/>
          <a:ln w="6350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573" name="Shape 571"/>
          <p:cNvSpPr/>
          <p:nvPr/>
        </p:nvSpPr>
        <p:spPr>
          <a:xfrm>
            <a:off x="10524744" y="1289304"/>
            <a:ext cx="137160" cy="100584"/>
          </a:xfrm>
          <a:prstGeom prst="line">
            <a:avLst/>
          </a:prstGeom>
          <a:noFill/>
          <a:ln w="6350">
            <a:solidFill>
              <a:srgbClr val="94A7B9"/>
            </a:solidFill>
            <a:prstDash val="solid"/>
            <a:headEnd type="none"/>
            <a:tailEnd type="none"/>
          </a:ln>
        </p:spPr>
      </p:sp>
      <p:sp>
        <p:nvSpPr>
          <p:cNvPr id="574" name="Text 572"/>
          <p:cNvSpPr/>
          <p:nvPr/>
        </p:nvSpPr>
        <p:spPr>
          <a:xfrm>
            <a:off x="10780776" y="859536"/>
            <a:ext cx="5760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</a:t>
            </a:r>
            <a:endParaRPr lang="en-US" sz="510" dirty="0"/>
          </a:p>
        </p:txBody>
      </p:sp>
      <p:sp>
        <p:nvSpPr>
          <p:cNvPr id="575" name="Shape 573"/>
          <p:cNvSpPr/>
          <p:nvPr/>
        </p:nvSpPr>
        <p:spPr>
          <a:xfrm>
            <a:off x="10771632" y="1298448"/>
            <a:ext cx="256032" cy="0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576" name="Text 574"/>
          <p:cNvSpPr/>
          <p:nvPr/>
        </p:nvSpPr>
        <p:spPr>
          <a:xfrm>
            <a:off x="11045952" y="877824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votes</a:t>
            </a:r>
            <a:endParaRPr lang="en-US" sz="510" dirty="0"/>
          </a:p>
        </p:txBody>
      </p:sp>
      <p:sp>
        <p:nvSpPr>
          <p:cNvPr id="577" name="Shape 575"/>
          <p:cNvSpPr/>
          <p:nvPr/>
        </p:nvSpPr>
        <p:spPr>
          <a:xfrm>
            <a:off x="11064240" y="1408176"/>
            <a:ext cx="210312" cy="-192024"/>
          </a:xfrm>
          <a:prstGeom prst="line">
            <a:avLst/>
          </a:prstGeom>
          <a:noFill/>
          <a:ln w="7620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578" name="Shape 576"/>
          <p:cNvSpPr/>
          <p:nvPr/>
        </p:nvSpPr>
        <p:spPr>
          <a:xfrm>
            <a:off x="11064240" y="1408176"/>
            <a:ext cx="210312" cy="-73152"/>
          </a:xfrm>
          <a:prstGeom prst="line">
            <a:avLst/>
          </a:prstGeom>
          <a:noFill/>
          <a:ln w="7620">
            <a:solidFill>
              <a:srgbClr val="F6AF44"/>
            </a:solidFill>
            <a:prstDash val="solid"/>
            <a:headEnd type="none"/>
            <a:tailEnd type="triangle"/>
          </a:ln>
        </p:spPr>
      </p:sp>
      <p:sp>
        <p:nvSpPr>
          <p:cNvPr id="579" name="Shape 577"/>
          <p:cNvSpPr/>
          <p:nvPr/>
        </p:nvSpPr>
        <p:spPr>
          <a:xfrm>
            <a:off x="11064240" y="1408176"/>
            <a:ext cx="210312" cy="45720"/>
          </a:xfrm>
          <a:prstGeom prst="line">
            <a:avLst/>
          </a:prstGeom>
          <a:noFill/>
          <a:ln w="7620">
            <a:solidFill>
              <a:srgbClr val="EF725E"/>
            </a:solidFill>
            <a:prstDash val="solid"/>
            <a:headEnd type="none"/>
            <a:tailEnd type="triangle"/>
          </a:ln>
        </p:spPr>
      </p:sp>
      <p:sp>
        <p:nvSpPr>
          <p:cNvPr id="580" name="Shape 578"/>
          <p:cNvSpPr/>
          <p:nvPr/>
        </p:nvSpPr>
        <p:spPr>
          <a:xfrm>
            <a:off x="11064240" y="1408176"/>
            <a:ext cx="210312" cy="164592"/>
          </a:xfrm>
          <a:prstGeom prst="line">
            <a:avLst/>
          </a:prstGeom>
          <a:noFill/>
          <a:ln w="7620">
            <a:solidFill>
              <a:srgbClr val="008B9A"/>
            </a:solidFill>
            <a:prstDash val="solid"/>
            <a:headEnd type="none"/>
            <a:tailEnd type="triangle"/>
          </a:ln>
        </p:spPr>
      </p:sp>
      <p:sp>
        <p:nvSpPr>
          <p:cNvPr id="581" name="Text 579"/>
          <p:cNvSpPr/>
          <p:nvPr/>
        </p:nvSpPr>
        <p:spPr>
          <a:xfrm>
            <a:off x="11475720" y="87782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510" dirty="0"/>
          </a:p>
          <a:p>
            <a:pPr algn="ctr" indent="0" marL="0">
              <a:buNone/>
            </a:pPr>
            <a:r>
              <a:rPr lang="en-US" sz="51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510" dirty="0"/>
          </a:p>
        </p:txBody>
      </p:sp>
      <p:sp>
        <p:nvSpPr>
          <p:cNvPr id="582" name="Shape 580"/>
          <p:cNvSpPr/>
          <p:nvPr/>
        </p:nvSpPr>
        <p:spPr>
          <a:xfrm>
            <a:off x="11539728" y="1289304"/>
            <a:ext cx="182880" cy="118872"/>
          </a:xfrm>
          <a:prstGeom prst="roundRect">
            <a:avLst>
              <a:gd name="adj" fmla="val 15385"/>
            </a:avLst>
          </a:prstGeom>
          <a:solidFill>
            <a:srgbClr val="D1E8F8"/>
          </a:solidFill>
          <a:ln w="5080">
            <a:solidFill>
              <a:srgbClr val="7BB6ED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1731752" y="1344168"/>
            <a:ext cx="155448" cy="0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584" name="Shape 582"/>
          <p:cNvSpPr/>
          <p:nvPr/>
        </p:nvSpPr>
        <p:spPr>
          <a:xfrm>
            <a:off x="11734861" y="1078992"/>
            <a:ext cx="67300" cy="67300"/>
          </a:xfrm>
          <a:prstGeom prst="ellipse">
            <a:avLst/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1705417" y="1146292"/>
            <a:ext cx="126187" cy="155631"/>
          </a:xfrm>
          <a:prstGeom prst="roundRect">
            <a:avLst>
              <a:gd name="adj" fmla="val 14493"/>
            </a:avLst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1709624" y="1192560"/>
            <a:ext cx="-75712" cy="67300"/>
          </a:xfrm>
          <a:prstGeom prst="line">
            <a:avLst/>
          </a:prstGeom>
          <a:noFill/>
          <a:ln w="8179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587" name="Shape 585"/>
          <p:cNvSpPr/>
          <p:nvPr/>
        </p:nvSpPr>
        <p:spPr>
          <a:xfrm>
            <a:off x="11827398" y="1192560"/>
            <a:ext cx="75712" cy="67300"/>
          </a:xfrm>
          <a:prstGeom prst="line">
            <a:avLst/>
          </a:prstGeom>
          <a:noFill/>
          <a:ln w="8179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588" name="Shape 586"/>
          <p:cNvSpPr/>
          <p:nvPr/>
        </p:nvSpPr>
        <p:spPr>
          <a:xfrm>
            <a:off x="11734861" y="1297716"/>
            <a:ext cx="-46269" cy="126187"/>
          </a:xfrm>
          <a:prstGeom prst="line">
            <a:avLst/>
          </a:prstGeom>
          <a:noFill/>
          <a:ln w="9347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589" name="Shape 587"/>
          <p:cNvSpPr/>
          <p:nvPr/>
        </p:nvSpPr>
        <p:spPr>
          <a:xfrm>
            <a:off x="11802161" y="1297716"/>
            <a:ext cx="46269" cy="126187"/>
          </a:xfrm>
          <a:prstGeom prst="line">
            <a:avLst/>
          </a:prstGeom>
          <a:noFill/>
          <a:ln w="9347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590" name="Shape 588"/>
          <p:cNvSpPr/>
          <p:nvPr/>
        </p:nvSpPr>
        <p:spPr>
          <a:xfrm>
            <a:off x="7799832" y="2587752"/>
            <a:ext cx="2020824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9E8"/>
            </a:solidFill>
            <a:prstDash val="solid"/>
          </a:ln>
        </p:spPr>
      </p:sp>
      <p:sp>
        <p:nvSpPr>
          <p:cNvPr id="591" name="Text 589"/>
          <p:cNvSpPr/>
          <p:nvPr/>
        </p:nvSpPr>
        <p:spPr>
          <a:xfrm>
            <a:off x="7982712" y="2633472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197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window</a:t>
            </a:r>
            <a:endParaRPr lang="en-US" sz="510" dirty="0"/>
          </a:p>
        </p:txBody>
      </p:sp>
      <p:sp>
        <p:nvSpPr>
          <p:cNvPr id="592" name="Shape 590"/>
          <p:cNvSpPr/>
          <p:nvPr/>
        </p:nvSpPr>
        <p:spPr>
          <a:xfrm>
            <a:off x="7964424" y="2990088"/>
            <a:ext cx="347472" cy="36576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593" name="Shape 591"/>
          <p:cNvSpPr/>
          <p:nvPr/>
        </p:nvSpPr>
        <p:spPr>
          <a:xfrm>
            <a:off x="8311896" y="2990088"/>
            <a:ext cx="347472" cy="-36576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594" name="Shape 592"/>
          <p:cNvSpPr/>
          <p:nvPr/>
        </p:nvSpPr>
        <p:spPr>
          <a:xfrm>
            <a:off x="8659368" y="2990088"/>
            <a:ext cx="347472" cy="36576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595" name="Shape 593"/>
          <p:cNvSpPr/>
          <p:nvPr/>
        </p:nvSpPr>
        <p:spPr>
          <a:xfrm>
            <a:off x="9006840" y="2990088"/>
            <a:ext cx="347472" cy="-36576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596" name="Shape 594"/>
          <p:cNvSpPr/>
          <p:nvPr/>
        </p:nvSpPr>
        <p:spPr>
          <a:xfrm>
            <a:off x="7932420" y="2958084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8279892" y="2994660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8627364" y="2958084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8974836" y="2994660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9322308" y="2958084"/>
            <a:ext cx="64008" cy="64008"/>
          </a:xfrm>
          <a:prstGeom prst="ellipse">
            <a:avLst/>
          </a:prstGeom>
          <a:solidFill>
            <a:srgbClr val="1976C9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7964424" y="3227832"/>
            <a:ext cx="347472" cy="36576"/>
          </a:xfrm>
          <a:prstGeom prst="line">
            <a:avLst/>
          </a:prstGeom>
          <a:noFill/>
          <a:ln w="9525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02" name="Shape 600"/>
          <p:cNvSpPr/>
          <p:nvPr/>
        </p:nvSpPr>
        <p:spPr>
          <a:xfrm>
            <a:off x="8311896" y="3227832"/>
            <a:ext cx="347472" cy="-36576"/>
          </a:xfrm>
          <a:prstGeom prst="line">
            <a:avLst/>
          </a:prstGeom>
          <a:noFill/>
          <a:ln w="9525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03" name="Shape 601"/>
          <p:cNvSpPr/>
          <p:nvPr/>
        </p:nvSpPr>
        <p:spPr>
          <a:xfrm>
            <a:off x="8659368" y="3227832"/>
            <a:ext cx="347472" cy="36576"/>
          </a:xfrm>
          <a:prstGeom prst="line">
            <a:avLst/>
          </a:prstGeom>
          <a:noFill/>
          <a:ln w="9525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04" name="Shape 602"/>
          <p:cNvSpPr/>
          <p:nvPr/>
        </p:nvSpPr>
        <p:spPr>
          <a:xfrm>
            <a:off x="9006840" y="3227832"/>
            <a:ext cx="347472" cy="-36576"/>
          </a:xfrm>
          <a:prstGeom prst="line">
            <a:avLst/>
          </a:prstGeom>
          <a:noFill/>
          <a:ln w="9525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05" name="Shape 603"/>
          <p:cNvSpPr/>
          <p:nvPr/>
        </p:nvSpPr>
        <p:spPr>
          <a:xfrm>
            <a:off x="7932420" y="3195828"/>
            <a:ext cx="64008" cy="64008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8279892" y="3232404"/>
            <a:ext cx="64008" cy="64008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8627364" y="3195828"/>
            <a:ext cx="64008" cy="64008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8974836" y="3232404"/>
            <a:ext cx="64008" cy="64008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9322308" y="3195828"/>
            <a:ext cx="64008" cy="64008"/>
          </a:xfrm>
          <a:prstGeom prst="ellipse">
            <a:avLst/>
          </a:prstGeom>
          <a:solidFill>
            <a:srgbClr val="EF725E"/>
          </a:solidFill>
          <a:ln w="4445">
            <a:solidFill>
              <a:srgbClr val="EF725E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7964424" y="3465576"/>
            <a:ext cx="347472" cy="36576"/>
          </a:xfrm>
          <a:prstGeom prst="line">
            <a:avLst/>
          </a:prstGeom>
          <a:noFill/>
          <a:ln w="9525">
            <a:solidFill>
              <a:srgbClr val="28A776"/>
            </a:solidFill>
            <a:prstDash val="solid"/>
            <a:headEnd type="none"/>
            <a:tailEnd type="none"/>
          </a:ln>
        </p:spPr>
      </p:sp>
      <p:sp>
        <p:nvSpPr>
          <p:cNvPr id="611" name="Shape 609"/>
          <p:cNvSpPr/>
          <p:nvPr/>
        </p:nvSpPr>
        <p:spPr>
          <a:xfrm>
            <a:off x="8311896" y="3465576"/>
            <a:ext cx="347472" cy="-36576"/>
          </a:xfrm>
          <a:prstGeom prst="line">
            <a:avLst/>
          </a:prstGeom>
          <a:noFill/>
          <a:ln w="9525">
            <a:solidFill>
              <a:srgbClr val="28A776"/>
            </a:solidFill>
            <a:prstDash val="solid"/>
            <a:headEnd type="none"/>
            <a:tailEnd type="none"/>
          </a:ln>
        </p:spPr>
      </p:sp>
      <p:sp>
        <p:nvSpPr>
          <p:cNvPr id="612" name="Shape 610"/>
          <p:cNvSpPr/>
          <p:nvPr/>
        </p:nvSpPr>
        <p:spPr>
          <a:xfrm>
            <a:off x="8659368" y="3465576"/>
            <a:ext cx="347472" cy="36576"/>
          </a:xfrm>
          <a:prstGeom prst="line">
            <a:avLst/>
          </a:prstGeom>
          <a:noFill/>
          <a:ln w="9525">
            <a:solidFill>
              <a:srgbClr val="28A776"/>
            </a:solidFill>
            <a:prstDash val="solid"/>
            <a:headEnd type="none"/>
            <a:tailEnd type="none"/>
          </a:ln>
        </p:spPr>
      </p:sp>
      <p:sp>
        <p:nvSpPr>
          <p:cNvPr id="613" name="Shape 611"/>
          <p:cNvSpPr/>
          <p:nvPr/>
        </p:nvSpPr>
        <p:spPr>
          <a:xfrm>
            <a:off x="9006840" y="3465576"/>
            <a:ext cx="347472" cy="-36576"/>
          </a:xfrm>
          <a:prstGeom prst="line">
            <a:avLst/>
          </a:prstGeom>
          <a:noFill/>
          <a:ln w="9525">
            <a:solidFill>
              <a:srgbClr val="28A776"/>
            </a:solidFill>
            <a:prstDash val="solid"/>
            <a:headEnd type="none"/>
            <a:tailEnd type="none"/>
          </a:ln>
        </p:spPr>
      </p:sp>
      <p:sp>
        <p:nvSpPr>
          <p:cNvPr id="614" name="Shape 612"/>
          <p:cNvSpPr/>
          <p:nvPr/>
        </p:nvSpPr>
        <p:spPr>
          <a:xfrm>
            <a:off x="7932420" y="3433572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8279892" y="3470148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8627364" y="3433572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8974836" y="3470148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9322308" y="3433572"/>
            <a:ext cx="64008" cy="64008"/>
          </a:xfrm>
          <a:prstGeom prst="ellipse">
            <a:avLst/>
          </a:prstGeom>
          <a:solidFill>
            <a:srgbClr val="28A776"/>
          </a:solidFill>
          <a:ln w="4445">
            <a:solidFill>
              <a:srgbClr val="28A776"/>
            </a:solidFill>
            <a:prstDash val="solid"/>
          </a:ln>
        </p:spPr>
      </p:sp>
      <p:sp>
        <p:nvSpPr>
          <p:cNvPr id="619" name="Text 617"/>
          <p:cNvSpPr/>
          <p:nvPr/>
        </p:nvSpPr>
        <p:spPr>
          <a:xfrm>
            <a:off x="7854696" y="336499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- 2</a:t>
            </a:r>
            <a:endParaRPr lang="en-US" sz="510" dirty="0"/>
          </a:p>
        </p:txBody>
      </p:sp>
      <p:sp>
        <p:nvSpPr>
          <p:cNvPr id="620" name="Text 618"/>
          <p:cNvSpPr/>
          <p:nvPr/>
        </p:nvSpPr>
        <p:spPr>
          <a:xfrm>
            <a:off x="8202168" y="336499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- 1</a:t>
            </a:r>
            <a:endParaRPr lang="en-US" sz="510" dirty="0"/>
          </a:p>
        </p:txBody>
      </p:sp>
      <p:sp>
        <p:nvSpPr>
          <p:cNvPr id="621" name="Text 619"/>
          <p:cNvSpPr/>
          <p:nvPr/>
        </p:nvSpPr>
        <p:spPr>
          <a:xfrm>
            <a:off x="8549640" y="336499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510" dirty="0"/>
          </a:p>
        </p:txBody>
      </p:sp>
      <p:sp>
        <p:nvSpPr>
          <p:cNvPr id="622" name="Text 620"/>
          <p:cNvSpPr/>
          <p:nvPr/>
        </p:nvSpPr>
        <p:spPr>
          <a:xfrm>
            <a:off x="8897112" y="336499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+ 1</a:t>
            </a:r>
            <a:endParaRPr lang="en-US" sz="510" dirty="0"/>
          </a:p>
        </p:txBody>
      </p:sp>
      <p:sp>
        <p:nvSpPr>
          <p:cNvPr id="623" name="Text 621"/>
          <p:cNvSpPr/>
          <p:nvPr/>
        </p:nvSpPr>
        <p:spPr>
          <a:xfrm>
            <a:off x="9244584" y="336499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+ 2</a:t>
            </a:r>
            <a:endParaRPr lang="en-US" sz="510" dirty="0"/>
          </a:p>
        </p:txBody>
      </p:sp>
      <p:sp>
        <p:nvSpPr>
          <p:cNvPr id="624" name="Shape 622"/>
          <p:cNvSpPr/>
          <p:nvPr/>
        </p:nvSpPr>
        <p:spPr>
          <a:xfrm>
            <a:off x="9820656" y="3054096"/>
            <a:ext cx="173736" cy="0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625" name="Shape 623"/>
          <p:cNvSpPr/>
          <p:nvPr/>
        </p:nvSpPr>
        <p:spPr>
          <a:xfrm>
            <a:off x="10012680" y="2816352"/>
            <a:ext cx="53035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94A7B9"/>
            </a:solidFill>
            <a:prstDash val="solid"/>
          </a:ln>
        </p:spPr>
      </p:sp>
      <p:sp>
        <p:nvSpPr>
          <p:cNvPr id="626" name="Text 624"/>
          <p:cNvSpPr/>
          <p:nvPr/>
        </p:nvSpPr>
        <p:spPr>
          <a:xfrm>
            <a:off x="10104120" y="29077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570" dirty="0"/>
          </a:p>
          <a:p>
            <a:pPr algn="ctr" indent="0" marL="0">
              <a:buNone/>
            </a:pPr>
            <a:r>
              <a:rPr lang="en-US" sz="57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570" dirty="0"/>
          </a:p>
        </p:txBody>
      </p:sp>
      <p:sp>
        <p:nvSpPr>
          <p:cNvPr id="627" name="Shape 625"/>
          <p:cNvSpPr/>
          <p:nvPr/>
        </p:nvSpPr>
        <p:spPr>
          <a:xfrm>
            <a:off x="10552176" y="3054096"/>
            <a:ext cx="164592" cy="0"/>
          </a:xfrm>
          <a:prstGeom prst="line">
            <a:avLst/>
          </a:prstGeom>
          <a:noFill/>
          <a:ln w="9525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628" name="Shape 626"/>
          <p:cNvSpPr/>
          <p:nvPr/>
        </p:nvSpPr>
        <p:spPr>
          <a:xfrm>
            <a:off x="10744200" y="2816352"/>
            <a:ext cx="512064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7BB6ED"/>
            </a:solidFill>
            <a:prstDash val="solid"/>
          </a:ln>
        </p:spPr>
      </p:sp>
      <p:sp>
        <p:nvSpPr>
          <p:cNvPr id="629" name="Text 627"/>
          <p:cNvSpPr/>
          <p:nvPr/>
        </p:nvSpPr>
        <p:spPr>
          <a:xfrm>
            <a:off x="10844784" y="291693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</a:t>
            </a:r>
            <a:endParaRPr lang="en-US" sz="590" dirty="0"/>
          </a:p>
          <a:p>
            <a:pPr algn="ctr" indent="0" marL="0">
              <a:buNone/>
            </a:pPr>
            <a:r>
              <a:rPr lang="en-US" sz="59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590" dirty="0"/>
          </a:p>
        </p:txBody>
      </p:sp>
      <p:sp>
        <p:nvSpPr>
          <p:cNvPr id="630" name="Shape 628"/>
          <p:cNvSpPr/>
          <p:nvPr/>
        </p:nvSpPr>
        <p:spPr>
          <a:xfrm>
            <a:off x="10927080" y="3118104"/>
            <a:ext cx="146304" cy="146304"/>
          </a:xfrm>
          <a:prstGeom prst="ellipse">
            <a:avLst/>
          </a:prstGeom>
          <a:solidFill>
            <a:srgbClr val="FFFFFF"/>
          </a:solidFill>
          <a:ln w="4445">
            <a:solidFill>
              <a:srgbClr val="23354D"/>
            </a:solidFill>
            <a:prstDash val="solid"/>
          </a:ln>
        </p:spPr>
      </p:sp>
      <p:sp>
        <p:nvSpPr>
          <p:cNvPr id="631" name="Text 629"/>
          <p:cNvSpPr/>
          <p:nvPr/>
        </p:nvSpPr>
        <p:spPr>
          <a:xfrm>
            <a:off x="10972800" y="3136392"/>
            <a:ext cx="54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35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∕</a:t>
            </a:r>
            <a:endParaRPr lang="en-US" sz="900" dirty="0"/>
          </a:p>
        </p:txBody>
      </p:sp>
      <p:sp>
        <p:nvSpPr>
          <p:cNvPr id="632" name="Shape 630"/>
          <p:cNvSpPr/>
          <p:nvPr/>
        </p:nvSpPr>
        <p:spPr>
          <a:xfrm>
            <a:off x="10113264" y="2386584"/>
            <a:ext cx="0" cy="219456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633" name="Shape 631"/>
          <p:cNvSpPr/>
          <p:nvPr/>
        </p:nvSpPr>
        <p:spPr>
          <a:xfrm>
            <a:off x="10113264" y="2606040"/>
            <a:ext cx="886968" cy="0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634" name="Shape 632"/>
          <p:cNvSpPr/>
          <p:nvPr/>
        </p:nvSpPr>
        <p:spPr>
          <a:xfrm>
            <a:off x="11000232" y="2606040"/>
            <a:ext cx="0" cy="201168"/>
          </a:xfrm>
          <a:prstGeom prst="line">
            <a:avLst/>
          </a:prstGeom>
          <a:noFill/>
          <a:ln w="8890">
            <a:solidFill>
              <a:srgbClr val="1976C9"/>
            </a:solidFill>
            <a:prstDash val="solid"/>
            <a:headEnd type="none"/>
            <a:tailEnd type="triangle"/>
          </a:ln>
        </p:spPr>
      </p:sp>
      <p:sp>
        <p:nvSpPr>
          <p:cNvPr id="635" name="Shape 633"/>
          <p:cNvSpPr/>
          <p:nvPr/>
        </p:nvSpPr>
        <p:spPr>
          <a:xfrm>
            <a:off x="11398910" y="2761488"/>
            <a:ext cx="58522" cy="58522"/>
          </a:xfrm>
          <a:prstGeom prst="ellipse">
            <a:avLst/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11373307" y="2820010"/>
            <a:ext cx="109728" cy="135331"/>
          </a:xfrm>
          <a:prstGeom prst="roundRect">
            <a:avLst>
              <a:gd name="adj" fmla="val 16667"/>
            </a:avLst>
          </a:prstGeom>
          <a:solidFill>
            <a:srgbClr val="EF725E"/>
          </a:solidFill>
          <a:ln w="3810">
            <a:solidFill>
              <a:srgbClr val="EF725E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1376965" y="2860243"/>
            <a:ext cx="-65837" cy="58522"/>
          </a:xfrm>
          <a:prstGeom prst="line">
            <a:avLst/>
          </a:prstGeom>
          <a:noFill/>
          <a:ln w="7112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38" name="Shape 636"/>
          <p:cNvSpPr/>
          <p:nvPr/>
        </p:nvSpPr>
        <p:spPr>
          <a:xfrm>
            <a:off x="11479378" y="2860243"/>
            <a:ext cx="65837" cy="58522"/>
          </a:xfrm>
          <a:prstGeom prst="line">
            <a:avLst/>
          </a:prstGeom>
          <a:noFill/>
          <a:ln w="7112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39" name="Shape 637"/>
          <p:cNvSpPr/>
          <p:nvPr/>
        </p:nvSpPr>
        <p:spPr>
          <a:xfrm>
            <a:off x="11398910" y="2951683"/>
            <a:ext cx="-40234" cy="109728"/>
          </a:xfrm>
          <a:prstGeom prst="line">
            <a:avLst/>
          </a:prstGeom>
          <a:noFill/>
          <a:ln w="8128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40" name="Shape 638"/>
          <p:cNvSpPr/>
          <p:nvPr/>
        </p:nvSpPr>
        <p:spPr>
          <a:xfrm>
            <a:off x="11457432" y="2951683"/>
            <a:ext cx="40234" cy="109728"/>
          </a:xfrm>
          <a:prstGeom prst="line">
            <a:avLst/>
          </a:prstGeom>
          <a:noFill/>
          <a:ln w="8128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641" name="Text 639"/>
          <p:cNvSpPr/>
          <p:nvPr/>
        </p:nvSpPr>
        <p:spPr>
          <a:xfrm>
            <a:off x="11201400" y="3364992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human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</a:t>
            </a:r>
            <a:endParaRPr lang="en-US" sz="550" dirty="0"/>
          </a:p>
        </p:txBody>
      </p:sp>
      <p:sp>
        <p:nvSpPr>
          <p:cNvPr id="642" name="Shape 640"/>
          <p:cNvSpPr/>
          <p:nvPr/>
        </p:nvSpPr>
        <p:spPr>
          <a:xfrm>
            <a:off x="12015216" y="2084832"/>
            <a:ext cx="283464" cy="0"/>
          </a:xfrm>
          <a:prstGeom prst="line">
            <a:avLst/>
          </a:prstGeom>
          <a:noFill/>
          <a:ln w="12700">
            <a:solidFill>
              <a:srgbClr val="0D2447"/>
            </a:solidFill>
            <a:prstDash val="solid"/>
            <a:headEnd type="none"/>
            <a:tailEnd type="triangle"/>
          </a:ln>
        </p:spPr>
      </p:sp>
      <p:sp>
        <p:nvSpPr>
          <p:cNvPr id="643" name="Text 641"/>
          <p:cNvSpPr/>
          <p:nvPr/>
        </p:nvSpPr>
        <p:spPr>
          <a:xfrm>
            <a:off x="12188952" y="16459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4D reconstruction</a:t>
            </a:r>
            <a:endParaRPr lang="en-US" sz="1100" dirty="0"/>
          </a:p>
        </p:txBody>
      </p:sp>
      <p:sp>
        <p:nvSpPr>
          <p:cNvPr id="644" name="Shape 642"/>
          <p:cNvSpPr/>
          <p:nvPr/>
        </p:nvSpPr>
        <p:spPr>
          <a:xfrm>
            <a:off x="12544899" y="1367155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2733389" y="1814361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2910905" y="2250593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3276911" y="92118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3454427" y="135741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13631944" y="1793648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13820433" y="224085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12542717" y="2220140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12908722" y="890730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13086239" y="1326962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13274728" y="1774168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13452245" y="2210400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13818250" y="880990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13995767" y="1317222"/>
            <a:ext cx="23774" cy="23774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12540534" y="860277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12729023" y="1307482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12906540" y="174371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13084056" y="2179947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13450062" y="850537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13627578" y="1286769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>
            <a:off x="13816068" y="1733975"/>
            <a:ext cx="16459" cy="16459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>
            <a:off x="13993584" y="2170207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12538351" y="1713262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12726840" y="2160467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13081873" y="820084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13270363" y="1267289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13447879" y="1703522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13625396" y="2139754"/>
            <a:ext cx="31090" cy="31090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13991401" y="810344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12724657" y="800604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12902174" y="1236836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13079690" y="1673069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13268180" y="2120274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13623213" y="779891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13811702" y="1227096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13989219" y="1663329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12533985" y="1206383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12722475" y="1653589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12899991" y="2089821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13265997" y="760411"/>
            <a:ext cx="16459" cy="16459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13443513" y="1196643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13621030" y="1632876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13809519" y="2080081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12531802" y="2059368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12897808" y="729958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13075325" y="1166190"/>
            <a:ext cx="31090" cy="31090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13263814" y="1613396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13441331" y="2049628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13807336" y="720218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13984853" y="1156450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12529620" y="699505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12718109" y="1146710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12895625" y="1582943"/>
            <a:ext cx="23774" cy="23774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13073142" y="2019175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13439148" y="68976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13616664" y="1125997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13805154" y="157320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13982670" y="200943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12527437" y="1552490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12715926" y="1999695"/>
            <a:ext cx="16459" cy="16459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13259448" y="1106517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13436965" y="1542750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13614481" y="1978982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12891260" y="1076064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13068776" y="1512297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13257266" y="1959502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13800788" y="1066324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13978304" y="1502557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12523071" y="1045611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12711560" y="1492817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12889077" y="1929049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13066593" y="2365282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13432599" y="1035871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13610116" y="1472104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13798605" y="1919309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13976122" y="2355541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12520888" y="1898596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12709378" y="2345801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13064411" y="1005418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13252900" y="1452624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13430416" y="1888856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13607933" y="2325089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13973939" y="995678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12707195" y="985938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12884711" y="1422171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13062228" y="1858403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13250717" y="2305608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13605750" y="965225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13794239" y="1412431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13971756" y="1848663"/>
            <a:ext cx="23774" cy="23774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12516523" y="1391718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12705012" y="183892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12882529" y="227515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13248534" y="945745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13426051" y="1381978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13603567" y="1818210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13792057" y="2265415"/>
            <a:ext cx="16459" cy="16459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12514340" y="2244703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12880346" y="915292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13057862" y="1351525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13246352" y="1798730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13423868" y="2234962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13789874" y="905552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13967390" y="134178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12512157" y="884839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12700646" y="1332045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12878163" y="1768277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13055679" y="2204510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13421685" y="875099"/>
            <a:ext cx="23774" cy="23774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13599202" y="1311332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13787691" y="1758537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13965207" y="2194769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12509974" y="1737824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12698464" y="2185029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13053497" y="844646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13241986" y="1291852"/>
            <a:ext cx="16459" cy="16459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13419502" y="1728084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13597019" y="2164317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13963025" y="834906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12696281" y="825166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12873797" y="1261399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13051314" y="1697631"/>
            <a:ext cx="31090" cy="31090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13239803" y="2144836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13594836" y="804453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13783325" y="1251659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13960842" y="1687891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12505609" y="1230946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12694098" y="1678151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12871614" y="2114383"/>
            <a:ext cx="23774" cy="23774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>
            <a:off x="13237620" y="78497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>
            <a:off x="13415137" y="1221206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>
            <a:off x="13592653" y="1657438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>
            <a:off x="13781143" y="210464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>
            <a:off x="12503426" y="2083931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>
            <a:off x="12869432" y="754520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13046948" y="1190753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>
            <a:off x="13235437" y="1637958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>
            <a:off x="13412954" y="2074190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13778960" y="744780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13956476" y="1181013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12501243" y="724067"/>
            <a:ext cx="31090" cy="31090"/>
          </a:xfrm>
          <a:prstGeom prst="ellipse">
            <a:avLst/>
          </a:prstGeom>
          <a:solidFill>
            <a:srgbClr val="9EB6CC"/>
          </a:solidFill>
          <a:ln w="4445">
            <a:solidFill>
              <a:srgbClr val="9EB6CC"/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>
            <a:off x="12689732" y="1171273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>
            <a:off x="12867249" y="1607505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>
            <a:off x="13044765" y="2043738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>
            <a:off x="13410771" y="714327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>
            <a:off x="13588288" y="1150560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>
            <a:off x="13776777" y="1597765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>
            <a:off x="13954293" y="2033997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>
            <a:off x="12499060" y="1577052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>
            <a:off x="12687549" y="2024257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>
            <a:off x="13042582" y="683874"/>
            <a:ext cx="31090" cy="31090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>
            <a:off x="13231072" y="1131080"/>
            <a:ext cx="16459" cy="16459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>
            <a:off x="13408588" y="1567312"/>
            <a:ext cx="23774" cy="23774"/>
          </a:xfrm>
          <a:prstGeom prst="ellipse">
            <a:avLst/>
          </a:prstGeom>
          <a:solidFill>
            <a:srgbClr val="B3C0CC"/>
          </a:solidFill>
          <a:ln w="4445">
            <a:solidFill>
              <a:srgbClr val="B3C0CC"/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>
            <a:off x="12589825" y="901233"/>
            <a:ext cx="1196950" cy="-177028"/>
          </a:xfrm>
          <a:prstGeom prst="line">
            <a:avLst/>
          </a:prstGeom>
          <a:noFill/>
          <a:ln w="6985">
            <a:solidFill>
              <a:srgbClr val="C5D1DB"/>
            </a:solidFill>
            <a:prstDash val="solid"/>
            <a:headEnd type="none"/>
            <a:tailEnd type="none"/>
          </a:ln>
        </p:spPr>
      </p:sp>
      <p:sp>
        <p:nvSpPr>
          <p:cNvPr id="798" name="Shape 796"/>
          <p:cNvSpPr/>
          <p:nvPr/>
        </p:nvSpPr>
        <p:spPr>
          <a:xfrm>
            <a:off x="12589825" y="901233"/>
            <a:ext cx="0" cy="1305580"/>
          </a:xfrm>
          <a:prstGeom prst="line">
            <a:avLst/>
          </a:prstGeom>
          <a:noFill/>
          <a:ln w="6985">
            <a:solidFill>
              <a:srgbClr val="C5D1DB"/>
            </a:solidFill>
            <a:prstDash val="solid"/>
            <a:headEnd type="none"/>
            <a:tailEnd type="none"/>
          </a:ln>
        </p:spPr>
      </p:sp>
      <p:sp>
        <p:nvSpPr>
          <p:cNvPr id="799" name="Shape 797"/>
          <p:cNvSpPr/>
          <p:nvPr/>
        </p:nvSpPr>
        <p:spPr>
          <a:xfrm>
            <a:off x="13786775" y="724205"/>
            <a:ext cx="348204" cy="995782"/>
          </a:xfrm>
          <a:prstGeom prst="line">
            <a:avLst/>
          </a:prstGeom>
          <a:noFill/>
          <a:ln w="6985">
            <a:solidFill>
              <a:srgbClr val="C5D1DB"/>
            </a:solidFill>
            <a:prstDash val="solid"/>
            <a:headEnd type="none"/>
            <a:tailEnd type="none"/>
          </a:ln>
        </p:spPr>
      </p:sp>
      <p:sp>
        <p:nvSpPr>
          <p:cNvPr id="800" name="Shape 798"/>
          <p:cNvSpPr/>
          <p:nvPr/>
        </p:nvSpPr>
        <p:spPr>
          <a:xfrm>
            <a:off x="12589825" y="2206813"/>
            <a:ext cx="1545153" cy="-486827"/>
          </a:xfrm>
          <a:prstGeom prst="line">
            <a:avLst/>
          </a:prstGeom>
          <a:noFill/>
          <a:ln w="6985">
            <a:solidFill>
              <a:srgbClr val="C5D1DB"/>
            </a:solidFill>
            <a:prstDash val="solid"/>
            <a:headEnd type="none"/>
            <a:tailEnd type="none"/>
          </a:ln>
        </p:spPr>
      </p:sp>
      <p:sp>
        <p:nvSpPr>
          <p:cNvPr id="801" name="Shape 799"/>
          <p:cNvSpPr/>
          <p:nvPr/>
        </p:nvSpPr>
        <p:spPr>
          <a:xfrm>
            <a:off x="13786775" y="724205"/>
            <a:ext cx="-1196950" cy="1482608"/>
          </a:xfrm>
          <a:prstGeom prst="line">
            <a:avLst/>
          </a:prstGeom>
          <a:noFill/>
          <a:ln w="5080">
            <a:solidFill>
              <a:srgbClr val="D6E0E8"/>
            </a:solidFill>
            <a:prstDash val="solid"/>
            <a:headEnd type="none"/>
            <a:tailEnd type="none"/>
          </a:ln>
        </p:spPr>
      </p:sp>
      <p:sp>
        <p:nvSpPr>
          <p:cNvPr id="802" name="Shape 800"/>
          <p:cNvSpPr/>
          <p:nvPr/>
        </p:nvSpPr>
        <p:spPr>
          <a:xfrm>
            <a:off x="13078572" y="1034004"/>
            <a:ext cx="77541" cy="77541"/>
          </a:xfrm>
          <a:prstGeom prst="ellipse">
            <a:avLst/>
          </a:prstGeom>
          <a:solidFill>
            <a:srgbClr val="EF725E">
              <a:alpha val="80000"/>
            </a:srgbClr>
          </a:solidFill>
          <a:ln w="381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13044648" y="1111545"/>
            <a:ext cx="145390" cy="179314"/>
          </a:xfrm>
          <a:prstGeom prst="roundRect">
            <a:avLst>
              <a:gd name="adj" fmla="val 12579"/>
            </a:avLst>
          </a:prstGeom>
          <a:solidFill>
            <a:srgbClr val="EF725E">
              <a:alpha val="80000"/>
            </a:srgbClr>
          </a:solidFill>
          <a:ln w="381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13049494" y="1164854"/>
            <a:ext cx="-87234" cy="77541"/>
          </a:xfrm>
          <a:prstGeom prst="line">
            <a:avLst/>
          </a:prstGeom>
          <a:noFill/>
          <a:ln w="9423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05" name="Shape 803"/>
          <p:cNvSpPr/>
          <p:nvPr/>
        </p:nvSpPr>
        <p:spPr>
          <a:xfrm>
            <a:off x="13185191" y="1164854"/>
            <a:ext cx="87234" cy="77541"/>
          </a:xfrm>
          <a:prstGeom prst="line">
            <a:avLst/>
          </a:prstGeom>
          <a:noFill/>
          <a:ln w="9423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06" name="Shape 804"/>
          <p:cNvSpPr/>
          <p:nvPr/>
        </p:nvSpPr>
        <p:spPr>
          <a:xfrm>
            <a:off x="13078572" y="1286012"/>
            <a:ext cx="-53310" cy="145390"/>
          </a:xfrm>
          <a:prstGeom prst="line">
            <a:avLst/>
          </a:prstGeom>
          <a:noFill/>
          <a:ln w="10770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07" name="Shape 805"/>
          <p:cNvSpPr/>
          <p:nvPr/>
        </p:nvSpPr>
        <p:spPr>
          <a:xfrm>
            <a:off x="13156113" y="1286012"/>
            <a:ext cx="53310" cy="145390"/>
          </a:xfrm>
          <a:prstGeom prst="line">
            <a:avLst/>
          </a:prstGeom>
          <a:noFill/>
          <a:ln w="10770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08" name="Shape 806"/>
          <p:cNvSpPr/>
          <p:nvPr/>
        </p:nvSpPr>
        <p:spPr>
          <a:xfrm>
            <a:off x="13615233" y="1410188"/>
            <a:ext cx="61448" cy="61448"/>
          </a:xfrm>
          <a:prstGeom prst="ellipse">
            <a:avLst/>
          </a:prstGeom>
          <a:solidFill>
            <a:srgbClr val="EF725E">
              <a:alpha val="80000"/>
            </a:srgbClr>
          </a:solidFill>
          <a:ln w="381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13588350" y="1471635"/>
            <a:ext cx="115214" cy="142098"/>
          </a:xfrm>
          <a:prstGeom prst="roundRect">
            <a:avLst>
              <a:gd name="adj" fmla="val 15873"/>
            </a:avLst>
          </a:prstGeom>
          <a:solidFill>
            <a:srgbClr val="EF725E">
              <a:alpha val="80000"/>
            </a:srgbClr>
          </a:solidFill>
          <a:ln w="381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13592190" y="1513881"/>
            <a:ext cx="-69129" cy="61448"/>
          </a:xfrm>
          <a:prstGeom prst="line">
            <a:avLst/>
          </a:prstGeom>
          <a:noFill/>
          <a:ln w="7468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11" name="Shape 809"/>
          <p:cNvSpPr/>
          <p:nvPr/>
        </p:nvSpPr>
        <p:spPr>
          <a:xfrm>
            <a:off x="13699724" y="1513881"/>
            <a:ext cx="69129" cy="61448"/>
          </a:xfrm>
          <a:prstGeom prst="line">
            <a:avLst/>
          </a:prstGeom>
          <a:noFill/>
          <a:ln w="7468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12" name="Shape 810"/>
          <p:cNvSpPr/>
          <p:nvPr/>
        </p:nvSpPr>
        <p:spPr>
          <a:xfrm>
            <a:off x="13615233" y="1609893"/>
            <a:ext cx="-42245" cy="115214"/>
          </a:xfrm>
          <a:prstGeom prst="line">
            <a:avLst/>
          </a:prstGeom>
          <a:noFill/>
          <a:ln w="8534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13" name="Shape 811"/>
          <p:cNvSpPr/>
          <p:nvPr/>
        </p:nvSpPr>
        <p:spPr>
          <a:xfrm>
            <a:off x="13676681" y="1609893"/>
            <a:ext cx="42245" cy="115214"/>
          </a:xfrm>
          <a:prstGeom prst="line">
            <a:avLst/>
          </a:prstGeom>
          <a:noFill/>
          <a:ln w="8534">
            <a:solidFill>
              <a:srgbClr val="EF725E"/>
            </a:solidFill>
            <a:prstDash val="solid"/>
            <a:headEnd type="none"/>
            <a:tailEnd type="none"/>
          </a:ln>
        </p:spPr>
      </p:sp>
      <p:sp>
        <p:nvSpPr>
          <p:cNvPr id="814" name="Shape 812"/>
          <p:cNvSpPr/>
          <p:nvPr/>
        </p:nvSpPr>
        <p:spPr>
          <a:xfrm>
            <a:off x="12328672" y="2146463"/>
            <a:ext cx="140818" cy="85496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1976C9"/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12373935" y="2166579"/>
            <a:ext cx="40234" cy="40234"/>
          </a:xfrm>
          <a:prstGeom prst="ellipse">
            <a:avLst/>
          </a:prstGeom>
          <a:solidFill>
            <a:srgbClr val="EEF7FF"/>
          </a:solidFill>
          <a:ln w="8255">
            <a:solidFill>
              <a:srgbClr val="1976C9"/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12399081" y="2231959"/>
            <a:ext cx="-35204" cy="60350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17" name="Shape 815"/>
          <p:cNvSpPr/>
          <p:nvPr/>
        </p:nvSpPr>
        <p:spPr>
          <a:xfrm>
            <a:off x="12399081" y="2231959"/>
            <a:ext cx="40234" cy="60350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18" name="Shape 816"/>
          <p:cNvSpPr/>
          <p:nvPr/>
        </p:nvSpPr>
        <p:spPr>
          <a:xfrm>
            <a:off x="13873825" y="2168591"/>
            <a:ext cx="140818" cy="85496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1976C9"/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13919088" y="2188708"/>
            <a:ext cx="40234" cy="40234"/>
          </a:xfrm>
          <a:prstGeom prst="ellipse">
            <a:avLst/>
          </a:prstGeom>
          <a:solidFill>
            <a:srgbClr val="EEF7FF"/>
          </a:solidFill>
          <a:ln w="8255">
            <a:solidFill>
              <a:srgbClr val="1976C9"/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13944234" y="2254087"/>
            <a:ext cx="-35204" cy="60350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21" name="Shape 819"/>
          <p:cNvSpPr/>
          <p:nvPr/>
        </p:nvSpPr>
        <p:spPr>
          <a:xfrm>
            <a:off x="13944234" y="2254087"/>
            <a:ext cx="40234" cy="60350"/>
          </a:xfrm>
          <a:prstGeom prst="line">
            <a:avLst/>
          </a:prstGeom>
          <a:noFill/>
          <a:ln w="10160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22" name="Shape 820"/>
          <p:cNvSpPr/>
          <p:nvPr/>
        </p:nvSpPr>
        <p:spPr>
          <a:xfrm>
            <a:off x="12243816" y="3182112"/>
            <a:ext cx="0" cy="219456"/>
          </a:xfrm>
          <a:prstGeom prst="line">
            <a:avLst/>
          </a:prstGeom>
          <a:noFill/>
          <a:ln w="17145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823" name="Shape 821"/>
          <p:cNvSpPr/>
          <p:nvPr/>
        </p:nvSpPr>
        <p:spPr>
          <a:xfrm>
            <a:off x="12307824" y="3255264"/>
            <a:ext cx="0" cy="118872"/>
          </a:xfrm>
          <a:prstGeom prst="line">
            <a:avLst/>
          </a:prstGeom>
          <a:noFill/>
          <a:ln w="17145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824" name="Shape 822"/>
          <p:cNvSpPr/>
          <p:nvPr/>
        </p:nvSpPr>
        <p:spPr>
          <a:xfrm>
            <a:off x="12371832" y="3182112"/>
            <a:ext cx="0" cy="219456"/>
          </a:xfrm>
          <a:prstGeom prst="line">
            <a:avLst/>
          </a:prstGeom>
          <a:noFill/>
          <a:ln w="17145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825" name="Shape 823"/>
          <p:cNvSpPr/>
          <p:nvPr/>
        </p:nvSpPr>
        <p:spPr>
          <a:xfrm>
            <a:off x="12435840" y="3255264"/>
            <a:ext cx="0" cy="118872"/>
          </a:xfrm>
          <a:prstGeom prst="line">
            <a:avLst/>
          </a:prstGeom>
          <a:noFill/>
          <a:ln w="17145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826" name="Shape 824"/>
          <p:cNvSpPr/>
          <p:nvPr/>
        </p:nvSpPr>
        <p:spPr>
          <a:xfrm>
            <a:off x="12499848" y="3182112"/>
            <a:ext cx="0" cy="219456"/>
          </a:xfrm>
          <a:prstGeom prst="line">
            <a:avLst/>
          </a:prstGeom>
          <a:noFill/>
          <a:ln w="17145">
            <a:solidFill>
              <a:srgbClr val="008B9A"/>
            </a:solidFill>
            <a:prstDash val="solid"/>
            <a:headEnd type="none"/>
            <a:tailEnd type="none"/>
          </a:ln>
        </p:spPr>
      </p:sp>
      <p:sp>
        <p:nvSpPr>
          <p:cNvPr id="827" name="Text 825"/>
          <p:cNvSpPr/>
          <p:nvPr/>
        </p:nvSpPr>
        <p:spPr>
          <a:xfrm>
            <a:off x="12179808" y="3566160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scale</a:t>
            </a:r>
            <a:endParaRPr lang="en-US" sz="580" dirty="0"/>
          </a:p>
        </p:txBody>
      </p:sp>
      <p:sp>
        <p:nvSpPr>
          <p:cNvPr id="828" name="Shape 826"/>
          <p:cNvSpPr/>
          <p:nvPr/>
        </p:nvSpPr>
        <p:spPr>
          <a:xfrm>
            <a:off x="13121640" y="3282696"/>
            <a:ext cx="54864" cy="54864"/>
          </a:xfrm>
          <a:prstGeom prst="ellipse">
            <a:avLst/>
          </a:prstGeom>
          <a:solidFill>
            <a:srgbClr val="FFFFFF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829" name="Shape 827"/>
          <p:cNvSpPr/>
          <p:nvPr/>
        </p:nvSpPr>
        <p:spPr>
          <a:xfrm>
            <a:off x="13213080" y="3236976"/>
            <a:ext cx="54864" cy="54864"/>
          </a:xfrm>
          <a:prstGeom prst="ellipse">
            <a:avLst/>
          </a:prstGeom>
          <a:solidFill>
            <a:srgbClr val="FFFFFF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830" name="Shape 828"/>
          <p:cNvSpPr/>
          <p:nvPr/>
        </p:nvSpPr>
        <p:spPr>
          <a:xfrm>
            <a:off x="13149072" y="3310128"/>
            <a:ext cx="91440" cy="-45720"/>
          </a:xfrm>
          <a:prstGeom prst="line">
            <a:avLst/>
          </a:prstGeom>
          <a:noFill/>
          <a:ln w="698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31" name="Shape 829"/>
          <p:cNvSpPr/>
          <p:nvPr/>
        </p:nvSpPr>
        <p:spPr>
          <a:xfrm>
            <a:off x="13304520" y="3191256"/>
            <a:ext cx="54864" cy="54864"/>
          </a:xfrm>
          <a:prstGeom prst="ellipse">
            <a:avLst/>
          </a:prstGeom>
          <a:solidFill>
            <a:srgbClr val="FFFFFF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832" name="Shape 830"/>
          <p:cNvSpPr/>
          <p:nvPr/>
        </p:nvSpPr>
        <p:spPr>
          <a:xfrm>
            <a:off x="13240512" y="3264408"/>
            <a:ext cx="91440" cy="-45720"/>
          </a:xfrm>
          <a:prstGeom prst="line">
            <a:avLst/>
          </a:prstGeom>
          <a:noFill/>
          <a:ln w="698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33" name="Shape 831"/>
          <p:cNvSpPr/>
          <p:nvPr/>
        </p:nvSpPr>
        <p:spPr>
          <a:xfrm>
            <a:off x="13395960" y="3145536"/>
            <a:ext cx="54864" cy="54864"/>
          </a:xfrm>
          <a:prstGeom prst="ellipse">
            <a:avLst/>
          </a:prstGeom>
          <a:solidFill>
            <a:srgbClr val="FFFFFF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834" name="Shape 832"/>
          <p:cNvSpPr/>
          <p:nvPr/>
        </p:nvSpPr>
        <p:spPr>
          <a:xfrm>
            <a:off x="13331952" y="3218688"/>
            <a:ext cx="91440" cy="-45720"/>
          </a:xfrm>
          <a:prstGeom prst="line">
            <a:avLst/>
          </a:prstGeom>
          <a:noFill/>
          <a:ln w="698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35" name="Shape 833"/>
          <p:cNvSpPr/>
          <p:nvPr/>
        </p:nvSpPr>
        <p:spPr>
          <a:xfrm>
            <a:off x="13487400" y="3099816"/>
            <a:ext cx="54864" cy="54864"/>
          </a:xfrm>
          <a:prstGeom prst="ellipse">
            <a:avLst/>
          </a:prstGeom>
          <a:solidFill>
            <a:srgbClr val="FFFFFF"/>
          </a:solidFill>
          <a:ln w="4445">
            <a:solidFill>
              <a:srgbClr val="1976C9"/>
            </a:solidFill>
            <a:prstDash val="solid"/>
          </a:ln>
        </p:spPr>
      </p:sp>
      <p:sp>
        <p:nvSpPr>
          <p:cNvPr id="836" name="Shape 834"/>
          <p:cNvSpPr/>
          <p:nvPr/>
        </p:nvSpPr>
        <p:spPr>
          <a:xfrm>
            <a:off x="13423392" y="3172968"/>
            <a:ext cx="91440" cy="-45720"/>
          </a:xfrm>
          <a:prstGeom prst="line">
            <a:avLst/>
          </a:prstGeom>
          <a:noFill/>
          <a:ln w="6985">
            <a:solidFill>
              <a:srgbClr val="1976C9"/>
            </a:solidFill>
            <a:prstDash val="solid"/>
            <a:headEnd type="none"/>
            <a:tailEnd type="none"/>
          </a:ln>
        </p:spPr>
      </p:sp>
      <p:sp>
        <p:nvSpPr>
          <p:cNvPr id="837" name="Text 835"/>
          <p:cNvSpPr/>
          <p:nvPr/>
        </p:nvSpPr>
        <p:spPr>
          <a:xfrm>
            <a:off x="12957048" y="356616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Coherent motion</a:t>
            </a:r>
            <a:endParaRPr lang="en-US" sz="580" dirty="0"/>
          </a:p>
        </p:txBody>
      </p:sp>
      <p:sp>
        <p:nvSpPr>
          <p:cNvPr id="838" name="Shape 836"/>
          <p:cNvSpPr/>
          <p:nvPr/>
        </p:nvSpPr>
        <p:spPr>
          <a:xfrm>
            <a:off x="14104346" y="3099816"/>
            <a:ext cx="62911" cy="62911"/>
          </a:xfrm>
          <a:prstGeom prst="ellipse">
            <a:avLst/>
          </a:prstGeom>
          <a:solidFill>
            <a:srgbClr val="F6AF44"/>
          </a:solidFill>
          <a:ln w="3810">
            <a:solidFill>
              <a:srgbClr val="F6AF44"/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>
            <a:off x="14076822" y="3162727"/>
            <a:ext cx="117958" cy="145481"/>
          </a:xfrm>
          <a:prstGeom prst="roundRect">
            <a:avLst>
              <a:gd name="adj" fmla="val 15504"/>
            </a:avLst>
          </a:prstGeom>
          <a:solidFill>
            <a:srgbClr val="F6AF44"/>
          </a:solidFill>
          <a:ln w="3810">
            <a:solidFill>
              <a:srgbClr val="F6AF44"/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>
            <a:off x="14080754" y="3205978"/>
            <a:ext cx="-70775" cy="62911"/>
          </a:xfrm>
          <a:prstGeom prst="line">
            <a:avLst/>
          </a:prstGeom>
          <a:noFill/>
          <a:ln w="764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841" name="Shape 839"/>
          <p:cNvSpPr/>
          <p:nvPr/>
        </p:nvSpPr>
        <p:spPr>
          <a:xfrm>
            <a:off x="14190848" y="3205978"/>
            <a:ext cx="70775" cy="62911"/>
          </a:xfrm>
          <a:prstGeom prst="line">
            <a:avLst/>
          </a:prstGeom>
          <a:noFill/>
          <a:ln w="7645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842" name="Shape 840"/>
          <p:cNvSpPr/>
          <p:nvPr/>
        </p:nvSpPr>
        <p:spPr>
          <a:xfrm>
            <a:off x="14104346" y="3304276"/>
            <a:ext cx="-43251" cy="117958"/>
          </a:xfrm>
          <a:prstGeom prst="line">
            <a:avLst/>
          </a:prstGeom>
          <a:noFill/>
          <a:ln w="8738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843" name="Shape 841"/>
          <p:cNvSpPr/>
          <p:nvPr/>
        </p:nvSpPr>
        <p:spPr>
          <a:xfrm>
            <a:off x="14167256" y="3304276"/>
            <a:ext cx="43251" cy="117958"/>
          </a:xfrm>
          <a:prstGeom prst="line">
            <a:avLst/>
          </a:prstGeom>
          <a:noFill/>
          <a:ln w="8738">
            <a:solidFill>
              <a:srgbClr val="F6AF44"/>
            </a:solidFill>
            <a:prstDash val="solid"/>
            <a:headEnd type="none"/>
            <a:tailEnd type="none"/>
          </a:ln>
        </p:spPr>
      </p:sp>
      <p:sp>
        <p:nvSpPr>
          <p:cNvPr id="844" name="Text 842"/>
          <p:cNvSpPr/>
          <p:nvPr/>
        </p:nvSpPr>
        <p:spPr>
          <a:xfrm>
            <a:off x="13853160" y="356616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170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support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VGGT-Omega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Metric 4D Reconstruction Pipeline</dc:title>
  <dc:subject>Editable reconstruction of a metric 4D reconstruction pipeline diagram</dc:subject>
  <dc:creator>VGGT-Omega</dc:creator>
  <cp:lastModifiedBy>VGGT-Omega</cp:lastModifiedBy>
  <cp:revision>1</cp:revision>
  <dcterms:created xsi:type="dcterms:W3CDTF">2026-09-19T08:28:57Z</dcterms:created>
  <dcterms:modified xsi:type="dcterms:W3CDTF">2026-09-19T08:28:57Z</dcterms:modified>
</cp:coreProperties>
</file>