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4160520"/>
  <p:notesSz cx="416052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deo and geometric priors pipeline for metric 4D reconstru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4160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and geometric priors — Metric 4D reconstruction</dc:title>
  <dc:subject>VGGT / vggt-human overview</dc:subject>
  <dc:creator>Codex</dc:creator>
  <cp:lastModifiedBy>Codex</cp:lastModifiedBy>
  <cp:revision>1</cp:revision>
  <dcterms:created xsi:type="dcterms:W3CDTF">2026-09-22T20:13:07Z</dcterms:created>
  <dcterms:modified xsi:type="dcterms:W3CDTF">2026-09-22T20:13:07Z</dcterms:modified>
</cp:coreProperties>
</file>